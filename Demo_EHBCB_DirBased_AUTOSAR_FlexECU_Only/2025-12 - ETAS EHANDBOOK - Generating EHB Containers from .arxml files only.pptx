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3"/>
  </p:sldMasterIdLst>
  <p:notesMasterIdLst>
    <p:notesMasterId r:id="rId10"/>
  </p:notesMasterIdLst>
  <p:handoutMasterIdLst>
    <p:handoutMasterId r:id="rId11"/>
  </p:handoutMasterIdLst>
  <p:sldIdLst>
    <p:sldId id="256" r:id="rId4"/>
    <p:sldId id="467" r:id="rId5"/>
    <p:sldId id="474" r:id="rId6"/>
    <p:sldId id="470" r:id="rId7"/>
    <p:sldId id="473" r:id="rId8"/>
    <p:sldId id="262" r:id="rId9"/>
  </p:sldIdLst>
  <p:sldSz cx="10969625" cy="617061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3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8ECA3-7B96-4E30-BADD-B636FA57EA3A}" type="datetimeFigureOut">
              <a:rPr lang="en-US" sz="1000" smtClean="0"/>
              <a:t>12/13/2025</a:t>
            </a:fld>
            <a:endParaRPr lang="en-US" sz="10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A9017-B0A1-4E7D-9567-EB5C242F50F6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321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18F9B-3407-4BFA-A85B-B4A674746F0E}" type="datetimeFigureOut">
              <a:rPr lang="de-DE" smtClean="0"/>
              <a:t>13.12.2025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1571E-2746-427A-9453-2A5312736AD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19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gr">
            <a:extLst>
              <a:ext uri="{FF2B5EF4-FFF2-40B4-BE49-F238E27FC236}">
                <a16:creationId xmlns:a16="http://schemas.microsoft.com/office/drawing/2014/main" id="{9EBB4152-52FC-8390-032A-500F0339F603}"/>
              </a:ext>
            </a:extLst>
          </p:cNvPr>
          <p:cNvSpPr>
            <a:spLocks noSelect="1"/>
          </p:cNvSpPr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ETAS logo">
            <a:extLst>
              <a:ext uri="{FF2B5EF4-FFF2-40B4-BE49-F238E27FC236}">
                <a16:creationId xmlns:a16="http://schemas.microsoft.com/office/drawing/2014/main" id="{75669A1B-5F57-AA4E-00F4-2CB08CCE4BCE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265B0DED-4496-4455-A22A-1B79C89603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5796DE-8507-6391-E146-5DF77EC6E394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8" y="3178799"/>
            <a:ext cx="10454215" cy="3747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331889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35" userDrawn="1">
          <p15:clr>
            <a:srgbClr val="FBAE40"/>
          </p15:clr>
        </p15:guide>
        <p15:guide id="4" orient="horz" pos="1652" userDrawn="1">
          <p15:clr>
            <a:srgbClr val="FBAE40"/>
          </p15:clr>
        </p15:guide>
        <p15:guide id="6" pos="148" userDrawn="1">
          <p15:clr>
            <a:srgbClr val="FBAE40"/>
          </p15:clr>
        </p15:guide>
        <p15:guide id="7" orient="horz" pos="22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landscap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TAS logo">
            <a:extLst>
              <a:ext uri="{FF2B5EF4-FFF2-40B4-BE49-F238E27FC236}">
                <a16:creationId xmlns:a16="http://schemas.microsoft.com/office/drawing/2014/main" id="{33F0B184-C7AD-BBA5-5113-77F02F5F4E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F9D26032-1F0C-607C-3030-731F714326E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4106 h 6170613"/>
              <a:gd name="connsiteX3" fmla="*/ 9587112 w 10969625"/>
              <a:gd name="connsiteY3" fmla="*/ 274106 h 6170613"/>
              <a:gd name="connsiteX4" fmla="*/ 9584533 w 10969625"/>
              <a:gd name="connsiteY4" fmla="*/ 273844 h 6170613"/>
              <a:gd name="connsiteX5" fmla="*/ 9305926 w 10969625"/>
              <a:gd name="connsiteY5" fmla="*/ 555062 h 6170613"/>
              <a:gd name="connsiteX6" fmla="*/ 9584533 w 10969625"/>
              <a:gd name="connsiteY6" fmla="*/ 836280 h 6170613"/>
              <a:gd name="connsiteX7" fmla="*/ 10969625 w 10969625"/>
              <a:gd name="connsiteY7" fmla="*/ 836280 h 6170613"/>
              <a:gd name="connsiteX8" fmla="*/ 10969625 w 10969625"/>
              <a:gd name="connsiteY8" fmla="*/ 6170613 h 6170613"/>
              <a:gd name="connsiteX9" fmla="*/ 0 w 10969625"/>
              <a:gd name="connsiteY9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4106"/>
                </a:lnTo>
                <a:lnTo>
                  <a:pt x="9587112" y="274106"/>
                </a:lnTo>
                <a:lnTo>
                  <a:pt x="9584533" y="273844"/>
                </a:lnTo>
                <a:cubicBezTo>
                  <a:pt x="9430663" y="273844"/>
                  <a:pt x="9305926" y="399749"/>
                  <a:pt x="9305926" y="555062"/>
                </a:cubicBezTo>
                <a:cubicBezTo>
                  <a:pt x="9305926" y="710375"/>
                  <a:pt x="9430663" y="836280"/>
                  <a:pt x="9584533" y="836280"/>
                </a:cubicBezTo>
                <a:lnTo>
                  <a:pt x="10969625" y="836280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r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45DA05-1BA1-E299-A454-0381557741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3517354"/>
            <a:ext cx="7584674" cy="2088108"/>
          </a:xfrm>
          <a:custGeom>
            <a:avLst/>
            <a:gdLst>
              <a:gd name="connsiteX0" fmla="*/ 0 w 6276901"/>
              <a:gd name="connsiteY0" fmla="*/ 0 h 1728070"/>
              <a:gd name="connsiteX1" fmla="*/ 5412866 w 6276901"/>
              <a:gd name="connsiteY1" fmla="*/ 0 h 1728070"/>
              <a:gd name="connsiteX2" fmla="*/ 6276901 w 6276901"/>
              <a:gd name="connsiteY2" fmla="*/ 864035 h 1728070"/>
              <a:gd name="connsiteX3" fmla="*/ 6276900 w 6276901"/>
              <a:gd name="connsiteY3" fmla="*/ 864035 h 1728070"/>
              <a:gd name="connsiteX4" fmla="*/ 5412865 w 6276901"/>
              <a:gd name="connsiteY4" fmla="*/ 1728070 h 1728070"/>
              <a:gd name="connsiteX5" fmla="*/ 0 w 6276901"/>
              <a:gd name="connsiteY5" fmla="*/ 1728069 h 172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6901" h="1728070">
                <a:moveTo>
                  <a:pt x="0" y="0"/>
                </a:moveTo>
                <a:lnTo>
                  <a:pt x="5412866" y="0"/>
                </a:lnTo>
                <a:cubicBezTo>
                  <a:pt x="5890059" y="0"/>
                  <a:pt x="6276901" y="386842"/>
                  <a:pt x="6276901" y="864035"/>
                </a:cubicBezTo>
                <a:lnTo>
                  <a:pt x="6276900" y="864035"/>
                </a:lnTo>
                <a:cubicBezTo>
                  <a:pt x="6276900" y="1341228"/>
                  <a:pt x="5890058" y="1728070"/>
                  <a:pt x="5412865" y="1728070"/>
                </a:cubicBezTo>
                <a:lnTo>
                  <a:pt x="0" y="172806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Presentation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54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51">
          <p15:clr>
            <a:srgbClr val="FBAE40"/>
          </p15:clr>
        </p15:guide>
        <p15:guide id="4" pos="6734" userDrawn="1">
          <p15:clr>
            <a:srgbClr val="FBAE40"/>
          </p15:clr>
        </p15:guide>
        <p15:guide id="9" orient="horz" pos="2355">
          <p15:clr>
            <a:srgbClr val="FBAE40"/>
          </p15:clr>
        </p15:guide>
        <p15:guide id="10" pos="14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TAS logo">
            <a:extLst>
              <a:ext uri="{FF2B5EF4-FFF2-40B4-BE49-F238E27FC236}">
                <a16:creationId xmlns:a16="http://schemas.microsoft.com/office/drawing/2014/main" id="{A561492B-A912-5369-D65C-51DF803F43F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3A281DC1-21D5-F9B5-BF53-530440A5DB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18400" y="0"/>
            <a:ext cx="6854400" cy="6170400"/>
          </a:xfrm>
          <a:custGeom>
            <a:avLst/>
            <a:gdLst>
              <a:gd name="connsiteX0" fmla="*/ 5466132 w 6854400"/>
              <a:gd name="connsiteY0" fmla="*/ 273844 h 6170400"/>
              <a:gd name="connsiteX1" fmla="*/ 5187525 w 6854400"/>
              <a:gd name="connsiteY1" fmla="*/ 555062 h 6170400"/>
              <a:gd name="connsiteX2" fmla="*/ 5466132 w 6854400"/>
              <a:gd name="connsiteY2" fmla="*/ 836280 h 6170400"/>
              <a:gd name="connsiteX3" fmla="*/ 6851225 w 6854400"/>
              <a:gd name="connsiteY3" fmla="*/ 836280 h 6170400"/>
              <a:gd name="connsiteX4" fmla="*/ 6851225 w 6854400"/>
              <a:gd name="connsiteY4" fmla="*/ 274106 h 6170400"/>
              <a:gd name="connsiteX5" fmla="*/ 5468711 w 6854400"/>
              <a:gd name="connsiteY5" fmla="*/ 274106 h 6170400"/>
              <a:gd name="connsiteX6" fmla="*/ 0 w 6854400"/>
              <a:gd name="connsiteY6" fmla="*/ 0 h 6170400"/>
              <a:gd name="connsiteX7" fmla="*/ 6854400 w 6854400"/>
              <a:gd name="connsiteY7" fmla="*/ 0 h 6170400"/>
              <a:gd name="connsiteX8" fmla="*/ 6854400 w 6854400"/>
              <a:gd name="connsiteY8" fmla="*/ 6170400 h 6170400"/>
              <a:gd name="connsiteX9" fmla="*/ 0 w 6854400"/>
              <a:gd name="connsiteY9" fmla="*/ 6170400 h 617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4400" h="6170400">
                <a:moveTo>
                  <a:pt x="5466132" y="273844"/>
                </a:moveTo>
                <a:cubicBezTo>
                  <a:pt x="5312262" y="273844"/>
                  <a:pt x="5187525" y="399749"/>
                  <a:pt x="5187525" y="555062"/>
                </a:cubicBezTo>
                <a:cubicBezTo>
                  <a:pt x="5187525" y="710375"/>
                  <a:pt x="5312262" y="836280"/>
                  <a:pt x="5466132" y="836280"/>
                </a:cubicBezTo>
                <a:lnTo>
                  <a:pt x="6851225" y="836280"/>
                </a:lnTo>
                <a:lnTo>
                  <a:pt x="6851225" y="274106"/>
                </a:lnTo>
                <a:lnTo>
                  <a:pt x="5468711" y="274106"/>
                </a:lnTo>
                <a:close/>
                <a:moveTo>
                  <a:pt x="0" y="0"/>
                </a:moveTo>
                <a:lnTo>
                  <a:pt x="6854400" y="0"/>
                </a:lnTo>
                <a:lnTo>
                  <a:pt x="6854400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1404000" tIns="36000" rIns="2160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  <a:p>
            <a:endParaRPr lang="de-DE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30BF00C-4241-AD69-7BE6-CA1174E104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1"/>
            <a:ext cx="7199999" cy="6170614"/>
          </a:xfrm>
          <a:custGeom>
            <a:avLst/>
            <a:gdLst>
              <a:gd name="connsiteX0" fmla="*/ 1167 w 7199999"/>
              <a:gd name="connsiteY0" fmla="*/ 0 h 6170614"/>
              <a:gd name="connsiteX1" fmla="*/ 4114692 w 7199999"/>
              <a:gd name="connsiteY1" fmla="*/ 0 h 6170614"/>
              <a:gd name="connsiteX2" fmla="*/ 7199999 w 7199999"/>
              <a:gd name="connsiteY2" fmla="*/ 3085307 h 6170614"/>
              <a:gd name="connsiteX3" fmla="*/ 7199998 w 7199999"/>
              <a:gd name="connsiteY3" fmla="*/ 3085307 h 6170614"/>
              <a:gd name="connsiteX4" fmla="*/ 4114691 w 7199999"/>
              <a:gd name="connsiteY4" fmla="*/ 6170614 h 6170614"/>
              <a:gd name="connsiteX5" fmla="*/ 1167 w 7199999"/>
              <a:gd name="connsiteY5" fmla="*/ 6170613 h 6170614"/>
              <a:gd name="connsiteX6" fmla="*/ 0 w 7199999"/>
              <a:gd name="connsiteY6" fmla="*/ 6170584 h 6170614"/>
              <a:gd name="connsiteX7" fmla="*/ 0 w 7199999"/>
              <a:gd name="connsiteY7" fmla="*/ 30 h 617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99999" h="6170614">
                <a:moveTo>
                  <a:pt x="1167" y="0"/>
                </a:moveTo>
                <a:lnTo>
                  <a:pt x="4114692" y="0"/>
                </a:lnTo>
                <a:cubicBezTo>
                  <a:pt x="5818660" y="0"/>
                  <a:pt x="7199999" y="1381339"/>
                  <a:pt x="7199999" y="3085307"/>
                </a:cubicBezTo>
                <a:lnTo>
                  <a:pt x="7199998" y="3085307"/>
                </a:lnTo>
                <a:cubicBezTo>
                  <a:pt x="7199998" y="4789275"/>
                  <a:pt x="5818659" y="6170614"/>
                  <a:pt x="4114691" y="6170614"/>
                </a:cubicBezTo>
                <a:lnTo>
                  <a:pt x="1167" y="6170613"/>
                </a:lnTo>
                <a:lnTo>
                  <a:pt x="0" y="6170584"/>
                </a:lnTo>
                <a:lnTo>
                  <a:pt x="0" y="3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6578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2" userDrawn="1">
          <p15:clr>
            <a:srgbClr val="FBAE40"/>
          </p15:clr>
        </p15:guide>
        <p15:guide id="4" pos="6734" userDrawn="1">
          <p15:clr>
            <a:srgbClr val="FBAE40"/>
          </p15:clr>
        </p15:guide>
        <p15:guide id="9" orient="horz" pos="1830" userDrawn="1">
          <p15:clr>
            <a:srgbClr val="FBAE40"/>
          </p15:clr>
        </p15:guide>
        <p15:guide id="10" pos="1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cutout imag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TAS Logo Bgr">
            <a:extLst>
              <a:ext uri="{FF2B5EF4-FFF2-40B4-BE49-F238E27FC236}">
                <a16:creationId xmlns:a16="http://schemas.microsoft.com/office/drawing/2014/main" id="{54671554-7A2B-01D1-AB75-77854BC39874}"/>
              </a:ext>
            </a:extLst>
          </p:cNvPr>
          <p:cNvSpPr>
            <a:spLocks noSelect="1"/>
          </p:cNvSpPr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ETAS logo">
            <a:extLst>
              <a:ext uri="{FF2B5EF4-FFF2-40B4-BE49-F238E27FC236}">
                <a16:creationId xmlns:a16="http://schemas.microsoft.com/office/drawing/2014/main" id="{38ED3494-0910-9F04-9E33-8B685960FE5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19" name="Image">
            <a:extLst>
              <a:ext uri="{FF2B5EF4-FFF2-40B4-BE49-F238E27FC236}">
                <a16:creationId xmlns:a16="http://schemas.microsoft.com/office/drawing/2014/main" id="{C07FEA02-B8F9-5A31-C23A-05E5B9C647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" y="102"/>
            <a:ext cx="9025196" cy="5075899"/>
          </a:xfrm>
          <a:custGeom>
            <a:avLst/>
            <a:gdLst>
              <a:gd name="connsiteX0" fmla="*/ 0 w 9025196"/>
              <a:gd name="connsiteY0" fmla="*/ 0 h 5075899"/>
              <a:gd name="connsiteX1" fmla="*/ 6486860 w 9025196"/>
              <a:gd name="connsiteY1" fmla="*/ 0 h 5075899"/>
              <a:gd name="connsiteX2" fmla="*/ 9025196 w 9025196"/>
              <a:gd name="connsiteY2" fmla="*/ 2538336 h 5075899"/>
              <a:gd name="connsiteX3" fmla="*/ 6746234 w 9025196"/>
              <a:gd name="connsiteY3" fmla="*/ 5063557 h 5075899"/>
              <a:gd name="connsiteX4" fmla="*/ 6502146 w 9025196"/>
              <a:gd name="connsiteY4" fmla="*/ 5075899 h 5075899"/>
              <a:gd name="connsiteX5" fmla="*/ 0 w 9025196"/>
              <a:gd name="connsiteY5" fmla="*/ 5075899 h 50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5196" h="5075899">
                <a:moveTo>
                  <a:pt x="0" y="0"/>
                </a:moveTo>
                <a:lnTo>
                  <a:pt x="6486860" y="0"/>
                </a:lnTo>
                <a:cubicBezTo>
                  <a:pt x="7887796" y="0"/>
                  <a:pt x="9025196" y="1137400"/>
                  <a:pt x="9025196" y="2538336"/>
                </a:cubicBezTo>
                <a:cubicBezTo>
                  <a:pt x="9025196" y="3851713"/>
                  <a:pt x="8025528" y="4933468"/>
                  <a:pt x="6746234" y="5063557"/>
                </a:cubicBezTo>
                <a:lnTo>
                  <a:pt x="6502146" y="5075899"/>
                </a:lnTo>
                <a:lnTo>
                  <a:pt x="0" y="507589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72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2DDAA4F-DB4E-A373-0E66-7CB209E772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0000" y="4492800"/>
            <a:ext cx="7360224" cy="1396144"/>
          </a:xfrm>
          <a:custGeom>
            <a:avLst/>
            <a:gdLst>
              <a:gd name="connsiteX0" fmla="*/ 690117 w 7360224"/>
              <a:gd name="connsiteY0" fmla="*/ 0 h 1396144"/>
              <a:gd name="connsiteX1" fmla="*/ 6668331 w 7360224"/>
              <a:gd name="connsiteY1" fmla="*/ 0 h 1396144"/>
              <a:gd name="connsiteX2" fmla="*/ 6802576 w 7360224"/>
              <a:gd name="connsiteY2" fmla="*/ 13533 h 1396144"/>
              <a:gd name="connsiteX3" fmla="*/ 7360224 w 7360224"/>
              <a:gd name="connsiteY3" fmla="*/ 697744 h 1396144"/>
              <a:gd name="connsiteX4" fmla="*/ 6661824 w 7360224"/>
              <a:gd name="connsiteY4" fmla="*/ 1396144 h 1396144"/>
              <a:gd name="connsiteX5" fmla="*/ 696624 w 7360224"/>
              <a:gd name="connsiteY5" fmla="*/ 1396144 h 1396144"/>
              <a:gd name="connsiteX6" fmla="*/ 12413 w 7360224"/>
              <a:gd name="connsiteY6" fmla="*/ 838496 h 1396144"/>
              <a:gd name="connsiteX7" fmla="*/ 0 w 7360224"/>
              <a:gd name="connsiteY7" fmla="*/ 715361 h 1396144"/>
              <a:gd name="connsiteX8" fmla="*/ 0 w 7360224"/>
              <a:gd name="connsiteY8" fmla="*/ 680127 h 1396144"/>
              <a:gd name="connsiteX9" fmla="*/ 12413 w 7360224"/>
              <a:gd name="connsiteY9" fmla="*/ 556992 h 1396144"/>
              <a:gd name="connsiteX10" fmla="*/ 555872 w 7360224"/>
              <a:gd name="connsiteY10" fmla="*/ 13533 h 13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60224" h="1396144">
                <a:moveTo>
                  <a:pt x="690117" y="0"/>
                </a:moveTo>
                <a:lnTo>
                  <a:pt x="6668331" y="0"/>
                </a:lnTo>
                <a:lnTo>
                  <a:pt x="6802576" y="13533"/>
                </a:lnTo>
                <a:cubicBezTo>
                  <a:pt x="7120825" y="78656"/>
                  <a:pt x="7360224" y="360243"/>
                  <a:pt x="7360224" y="697744"/>
                </a:cubicBezTo>
                <a:cubicBezTo>
                  <a:pt x="7360224" y="1083460"/>
                  <a:pt x="7047540" y="1396144"/>
                  <a:pt x="6661824" y="1396144"/>
                </a:cubicBezTo>
                <a:lnTo>
                  <a:pt x="696624" y="1396144"/>
                </a:lnTo>
                <a:cubicBezTo>
                  <a:pt x="359123" y="1396144"/>
                  <a:pt x="77536" y="1156746"/>
                  <a:pt x="12413" y="838496"/>
                </a:cubicBezTo>
                <a:lnTo>
                  <a:pt x="0" y="715361"/>
                </a:lnTo>
                <a:lnTo>
                  <a:pt x="0" y="680127"/>
                </a:lnTo>
                <a:lnTo>
                  <a:pt x="12413" y="556992"/>
                </a:lnTo>
                <a:cubicBezTo>
                  <a:pt x="68233" y="284207"/>
                  <a:pt x="283087" y="69353"/>
                  <a:pt x="555872" y="1353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630000" tIns="0" rIns="63000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60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1700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34" userDrawn="1">
          <p15:clr>
            <a:srgbClr val="FBAE40"/>
          </p15:clr>
        </p15:guide>
        <p15:guide id="4" orient="horz" pos="2814" userDrawn="1">
          <p15:clr>
            <a:srgbClr val="FBAE40"/>
          </p15:clr>
        </p15:guide>
        <p15:guide id="6" pos="148" userDrawn="1">
          <p15:clr>
            <a:srgbClr val="FBAE40"/>
          </p15:clr>
        </p15:guide>
        <p15:guide id="7" orient="horz" pos="371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40D51-D747-47FA-91DE-26557B98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2" name="Gradient">
            <a:extLst>
              <a:ext uri="{FF2B5EF4-FFF2-40B4-BE49-F238E27FC236}">
                <a16:creationId xmlns:a16="http://schemas.microsoft.com/office/drawing/2014/main" id="{9AC0789D-82F0-FBB2-B386-EC3CB81BE8CE}"/>
              </a:ext>
            </a:extLst>
          </p:cNvPr>
          <p:cNvSpPr>
            <a:spLocks noSelect="1"/>
          </p:cNvSpPr>
          <p:nvPr userDrawn="1"/>
        </p:nvSpPr>
        <p:spPr>
          <a:xfrm>
            <a:off x="1" y="0"/>
            <a:ext cx="10981850" cy="122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DA116CE8-BDBB-5C54-A38C-019B2FF0386D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9" name="ETAS logo">
            <a:extLst>
              <a:ext uri="{FF2B5EF4-FFF2-40B4-BE49-F238E27FC236}">
                <a16:creationId xmlns:a16="http://schemas.microsoft.com/office/drawing/2014/main" id="{52EE596A-4F70-3EAF-73ED-2F42EABB5DF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2261C0-D171-4E4C-ACE8-EC8367470FB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73657" y="1644651"/>
            <a:ext cx="10429200" cy="3824287"/>
          </a:xfrm>
        </p:spPr>
        <p:txBody>
          <a:bodyPr numCol="2"/>
          <a:lstStyle>
            <a:lvl1pPr marL="378000" indent="-378000">
              <a:lnSpc>
                <a:spcPct val="110000"/>
              </a:lnSpc>
              <a:spcBef>
                <a:spcPts val="2600"/>
              </a:spcBef>
              <a:buClr>
                <a:schemeClr val="tx2"/>
              </a:buClr>
              <a:buFont typeface="+mj-lt"/>
              <a:buAutoNum type="arabicPeriod"/>
              <a:defRPr b="1">
                <a:solidFill>
                  <a:schemeClr val="tx2"/>
                </a:solidFill>
              </a:defRPr>
            </a:lvl1pPr>
            <a:lvl2pPr marL="601200" indent="-216000">
              <a:lnSpc>
                <a:spcPct val="110000"/>
              </a:lnSpc>
              <a:defRPr/>
            </a:lvl2pPr>
            <a:lvl3pPr marL="601200" indent="-216000">
              <a:defRPr/>
            </a:lvl3pPr>
            <a:lvl4pPr marL="378000" indent="0">
              <a:defRPr/>
            </a:lvl4pPr>
            <a:lvl5pPr marL="378000" indent="0">
              <a:defRPr/>
            </a:lvl5pPr>
          </a:lstStyle>
          <a:p>
            <a:pPr lvl="0"/>
            <a:r>
              <a:rPr lang="en-US"/>
              <a:t>Chapter (two columns)</a:t>
            </a:r>
          </a:p>
          <a:p>
            <a:pPr lvl="1"/>
            <a:r>
              <a:rPr lang="en-US"/>
              <a:t>Subitem (optional)</a:t>
            </a:r>
            <a:endParaRPr lang="de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0614A48-C3A7-4012-B369-06AA9E137E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694800"/>
            <a:ext cx="9126135" cy="3593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1"/>
              <a:t>Subline (optional)</a:t>
            </a:r>
          </a:p>
        </p:txBody>
      </p:sp>
      <p:sp>
        <p:nvSpPr>
          <p:cNvPr id="27" name="Chapter_titleonly">
            <a:extLst>
              <a:ext uri="{FF2B5EF4-FFF2-40B4-BE49-F238E27FC236}">
                <a16:creationId xmlns:a16="http://schemas.microsoft.com/office/drawing/2014/main" id="{D9A38C7E-E57C-40FC-B581-5B8A93DB5E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967" cy="432245"/>
          </a:xfrm>
        </p:spPr>
        <p:txBody>
          <a:bodyPr/>
          <a:lstStyle>
            <a:lvl1pPr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57382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4" userDrawn="1">
          <p15:clr>
            <a:srgbClr val="FBAE40"/>
          </p15:clr>
        </p15:guide>
        <p15:guide id="8" orient="horz" pos="3451">
          <p15:clr>
            <a:srgbClr val="FBAE40"/>
          </p15:clr>
        </p15:guide>
        <p15:guide id="12" pos="6743" userDrawn="1">
          <p15:clr>
            <a:srgbClr val="FBAE40"/>
          </p15:clr>
        </p15:guide>
        <p15:guide id="13" pos="171" userDrawn="1">
          <p15:clr>
            <a:srgbClr val="FBAE40"/>
          </p15:clr>
        </p15:guide>
        <p15:guide id="14" orient="horz" pos="126">
          <p15:clr>
            <a:srgbClr val="FBAE40"/>
          </p15:clr>
        </p15:guide>
        <p15:guide id="15" orient="horz" pos="67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58FDE-A627-421C-954B-F012E88F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/>
              <a:pPr defTabSz="914400">
                <a:defRPr/>
              </a:pPr>
              <a:t>‹Nr.›</a:t>
            </a:fld>
            <a:endParaRPr lang="en-US" sz="1800" noProof="1"/>
          </a:p>
        </p:txBody>
      </p:sp>
      <p:sp>
        <p:nvSpPr>
          <p:cNvPr id="3" name="Footnote2inv">
            <a:extLst>
              <a:ext uri="{FF2B5EF4-FFF2-40B4-BE49-F238E27FC236}">
                <a16:creationId xmlns:a16="http://schemas.microsoft.com/office/drawing/2014/main" id="{459A1617-11B5-718C-61A5-F7CC0DEA303B}"/>
              </a:ext>
            </a:extLst>
          </p:cNvPr>
          <p:cNvSpPr txBox="1"/>
          <p:nvPr userDrawn="1"/>
        </p:nvSpPr>
        <p:spPr>
          <a:xfrm>
            <a:off x="273600" y="5797897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ETAS GmbH.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6" name="Footnote1inv">
            <a:extLst>
              <a:ext uri="{FF2B5EF4-FFF2-40B4-BE49-F238E27FC236}">
                <a16:creationId xmlns:a16="http://schemas.microsoft.com/office/drawing/2014/main" id="{F743C601-FE9C-F5CB-48BB-0285FD5BDB8F}"/>
              </a:ext>
            </a:extLst>
          </p:cNvPr>
          <p:cNvSpPr txBox="1"/>
          <p:nvPr userDrawn="1"/>
        </p:nvSpPr>
        <p:spPr>
          <a:xfrm>
            <a:off x="273600" y="5691032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 | ETAS-DEV/XPC-Fe1 | 28.06.2022</a:t>
            </a:r>
          </a:p>
        </p:txBody>
      </p:sp>
      <p:sp>
        <p:nvSpPr>
          <p:cNvPr id="12" name="ETAS logo background">
            <a:extLst>
              <a:ext uri="{FF2B5EF4-FFF2-40B4-BE49-F238E27FC236}">
                <a16:creationId xmlns:a16="http://schemas.microsoft.com/office/drawing/2014/main" id="{77CCFE1E-220D-72FA-3E09-DAE5FA4B7DAA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3" name="ETAS logo">
            <a:extLst>
              <a:ext uri="{FF2B5EF4-FFF2-40B4-BE49-F238E27FC236}">
                <a16:creationId xmlns:a16="http://schemas.microsoft.com/office/drawing/2014/main" id="{B2DD8018-B0C9-6A1B-4D74-4CE67609CC8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5" name="Chapter_title">
            <a:extLst>
              <a:ext uri="{FF2B5EF4-FFF2-40B4-BE49-F238E27FC236}">
                <a16:creationId xmlns:a16="http://schemas.microsoft.com/office/drawing/2014/main" id="{0C07C395-2D30-4D8E-A33F-30B7FD059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7165948-C4C3-9364-8895-48C0F8C9FDD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9" y="3178799"/>
            <a:ext cx="10454214" cy="3747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1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1652" userDrawn="1">
          <p15:clr>
            <a:srgbClr val="FBAE40"/>
          </p15:clr>
        </p15:guide>
        <p15:guide id="3" pos="6735" userDrawn="1">
          <p15:clr>
            <a:srgbClr val="FBAE40"/>
          </p15:clr>
        </p15:guide>
        <p15:guide id="4" orient="horz" pos="224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with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F8882-5D55-4A18-9AEB-F5439CB3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14" name="ETAS logo background">
            <a:extLst>
              <a:ext uri="{FF2B5EF4-FFF2-40B4-BE49-F238E27FC236}">
                <a16:creationId xmlns:a16="http://schemas.microsoft.com/office/drawing/2014/main" id="{FACC1FCD-6B0A-5319-BFFD-B00564ED04FC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5" name="ETAS logo">
            <a:extLst>
              <a:ext uri="{FF2B5EF4-FFF2-40B4-BE49-F238E27FC236}">
                <a16:creationId xmlns:a16="http://schemas.microsoft.com/office/drawing/2014/main" id="{CA83A06B-316D-D893-C76B-3791DBBB2E2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3" name="Image">
            <a:extLst>
              <a:ext uri="{FF2B5EF4-FFF2-40B4-BE49-F238E27FC236}">
                <a16:creationId xmlns:a16="http://schemas.microsoft.com/office/drawing/2014/main" id="{2E3288EB-C40E-A1BD-6874-B8707D1A645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  <p:sp>
        <p:nvSpPr>
          <p:cNvPr id="16" name="Chapter title">
            <a:extLst>
              <a:ext uri="{FF2B5EF4-FFF2-40B4-BE49-F238E27FC236}">
                <a16:creationId xmlns:a16="http://schemas.microsoft.com/office/drawing/2014/main" id="{B0941B91-2CC6-54A3-3547-C40FA36D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103200"/>
            <a:ext cx="7127475" cy="2088108"/>
          </a:xfrm>
          <a:custGeom>
            <a:avLst/>
            <a:gdLst>
              <a:gd name="connsiteX0" fmla="*/ 0 w 7127475"/>
              <a:gd name="connsiteY0" fmla="*/ 0 h 2088108"/>
              <a:gd name="connsiteX1" fmla="*/ 6083421 w 7127475"/>
              <a:gd name="connsiteY1" fmla="*/ 0 h 2088108"/>
              <a:gd name="connsiteX2" fmla="*/ 7127475 w 7127475"/>
              <a:gd name="connsiteY2" fmla="*/ 1044054 h 2088108"/>
              <a:gd name="connsiteX3" fmla="*/ 7127474 w 7127475"/>
              <a:gd name="connsiteY3" fmla="*/ 1044054 h 2088108"/>
              <a:gd name="connsiteX4" fmla="*/ 6083420 w 7127475"/>
              <a:gd name="connsiteY4" fmla="*/ 2088108 h 2088108"/>
              <a:gd name="connsiteX5" fmla="*/ 0 w 7127475"/>
              <a:gd name="connsiteY5" fmla="*/ 2088107 h 2088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7475" h="2088108">
                <a:moveTo>
                  <a:pt x="0" y="0"/>
                </a:moveTo>
                <a:lnTo>
                  <a:pt x="6083421" y="0"/>
                </a:lnTo>
                <a:cubicBezTo>
                  <a:pt x="6660036" y="0"/>
                  <a:pt x="7127475" y="467439"/>
                  <a:pt x="7127475" y="1044054"/>
                </a:cubicBezTo>
                <a:lnTo>
                  <a:pt x="7127474" y="1044054"/>
                </a:lnTo>
                <a:cubicBezTo>
                  <a:pt x="7127474" y="1620669"/>
                  <a:pt x="6660035" y="2088108"/>
                  <a:pt x="6083420" y="2088108"/>
                </a:cubicBezTo>
                <a:lnTo>
                  <a:pt x="0" y="2088107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Chapter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33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2485" userDrawn="1">
          <p15:clr>
            <a:srgbClr val="FBAE40"/>
          </p15:clr>
        </p15:guide>
        <p15:guide id="3" orient="horz" pos="27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ize image with descriptio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79BAD-6CC7-42D8-91FA-A914FC42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7" name="ETAS logo background">
            <a:extLst>
              <a:ext uri="{FF2B5EF4-FFF2-40B4-BE49-F238E27FC236}">
                <a16:creationId xmlns:a16="http://schemas.microsoft.com/office/drawing/2014/main" id="{5B75CF22-DECE-85D4-6883-509AABFA95BF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8" name="ETAS logo">
            <a:extLst>
              <a:ext uri="{FF2B5EF4-FFF2-40B4-BE49-F238E27FC236}">
                <a16:creationId xmlns:a16="http://schemas.microsoft.com/office/drawing/2014/main" id="{78300E20-2E5F-AFE4-4860-788D32BB968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3D85E635-DF19-D632-DE02-A7CB23420A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  <p:sp>
        <p:nvSpPr>
          <p:cNvPr id="6" name="Picture description">
            <a:extLst>
              <a:ext uri="{FF2B5EF4-FFF2-40B4-BE49-F238E27FC236}">
                <a16:creationId xmlns:a16="http://schemas.microsoft.com/office/drawing/2014/main" id="{2D3C108E-A061-890B-84A3-794BC8E63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291200"/>
            <a:ext cx="5556820" cy="900000"/>
          </a:xfrm>
          <a:custGeom>
            <a:avLst/>
            <a:gdLst>
              <a:gd name="connsiteX0" fmla="*/ 0 w 5556820"/>
              <a:gd name="connsiteY0" fmla="*/ 0 h 900000"/>
              <a:gd name="connsiteX1" fmla="*/ 5106820 w 5556820"/>
              <a:gd name="connsiteY1" fmla="*/ 0 h 900000"/>
              <a:gd name="connsiteX2" fmla="*/ 5556820 w 5556820"/>
              <a:gd name="connsiteY2" fmla="*/ 450000 h 900000"/>
              <a:gd name="connsiteX3" fmla="*/ 5106820 w 5556820"/>
              <a:gd name="connsiteY3" fmla="*/ 900000 h 900000"/>
              <a:gd name="connsiteX4" fmla="*/ 0 w 5556820"/>
              <a:gd name="connsiteY4" fmla="*/ 9000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6820" h="900000">
                <a:moveTo>
                  <a:pt x="0" y="0"/>
                </a:moveTo>
                <a:lnTo>
                  <a:pt x="5106820" y="0"/>
                </a:lnTo>
                <a:cubicBezTo>
                  <a:pt x="5355348" y="0"/>
                  <a:pt x="5556820" y="201472"/>
                  <a:pt x="5556820" y="450000"/>
                </a:cubicBezTo>
                <a:cubicBezTo>
                  <a:pt x="5556820" y="698528"/>
                  <a:pt x="5355348" y="900000"/>
                  <a:pt x="5106820" y="900000"/>
                </a:cubicBezTo>
                <a:lnTo>
                  <a:pt x="0" y="90000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tx2"/>
              </a:gs>
            </a:gsLst>
            <a:lin ang="0" scaled="0"/>
          </a:gradFill>
        </p:spPr>
        <p:txBody>
          <a:bodyPr wrap="square" lIns="248400" anchor="ctr" anchorCtr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Picture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4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  <p15:guide id="2" pos="14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iz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8E1EC-9D82-4CB2-AEF4-0CD5DD83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321C5EC7-540B-3A4B-7BC3-CB23766A55C6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7" name="ETAS logo">
            <a:extLst>
              <a:ext uri="{FF2B5EF4-FFF2-40B4-BE49-F238E27FC236}">
                <a16:creationId xmlns:a16="http://schemas.microsoft.com/office/drawing/2014/main" id="{391F95AC-4C59-A23B-CBA9-AE1BB878E92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7ADC6E1D-0B80-A6F1-7999-C9EEA21234C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8531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10427633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39594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449" userDrawn="1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23" userDrawn="1">
          <p15:clr>
            <a:srgbClr val="FBAE40"/>
          </p15:clr>
        </p15:guide>
        <p15:guide id="8" pos="349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long headlin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129C8-A104-4331-88EA-1324755E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dirty="0">
              <a:solidFill>
                <a:srgbClr val="164293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E8E5790-A5CA-4244-B1BD-58F6C8FCDA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717674"/>
            <a:ext cx="10428480" cy="37475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560C3E-DFEB-4D14-8DF6-A412BB884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1141785"/>
            <a:ext cx="9154800" cy="359345"/>
          </a:xfrm>
        </p:spPr>
        <p:txBody>
          <a:bodyPr/>
          <a:lstStyle/>
          <a:p>
            <a:r>
              <a:rPr lang="en-US" noProof="1"/>
              <a:t>Subline (optional)</a:t>
            </a: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819AD6F-E318-4BE8-AD29-3105CF876B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800" cy="863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with two lines</a:t>
            </a:r>
          </a:p>
        </p:txBody>
      </p:sp>
    </p:spTree>
    <p:extLst>
      <p:ext uri="{BB962C8B-B14F-4D97-AF65-F5344CB8AC3E}">
        <p14:creationId xmlns:p14="http://schemas.microsoft.com/office/powerpoint/2010/main" val="375156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6">
          <p15:clr>
            <a:srgbClr val="FBAE40"/>
          </p15:clr>
        </p15:guide>
        <p15:guide id="3" orient="horz" pos="1082">
          <p15:clr>
            <a:srgbClr val="FBAE40"/>
          </p15:clr>
        </p15:guide>
        <p15:guide id="4" pos="168">
          <p15:clr>
            <a:srgbClr val="FBAE40"/>
          </p15:clr>
        </p15:guide>
        <p15:guide id="5" pos="6744">
          <p15:clr>
            <a:srgbClr val="FBAE40"/>
          </p15:clr>
        </p15:guide>
        <p15:guide id="7" orient="horz" pos="946">
          <p15:clr>
            <a:srgbClr val="FBAE40"/>
          </p15:clr>
        </p15:guide>
        <p15:guide id="8" orient="horz" pos="3451">
          <p15:clr>
            <a:srgbClr val="FBAE40"/>
          </p15:clr>
        </p15:guide>
        <p15:guide id="9" pos="3492" userDrawn="1">
          <p15:clr>
            <a:srgbClr val="FBAE40"/>
          </p15:clr>
        </p15:guide>
        <p15:guide id="10" pos="342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69B85-B5DE-4697-8BEB-7D02EA61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B4C37-96CA-4B5E-93DB-1879107CFF63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54800" y="1285199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39D0AF-38AC-4462-A7DC-DD4F4A3A456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3E9A2-6E98-4D89-8C56-7C37A876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7" name="Chapter_titleonly">
            <a:extLst>
              <a:ext uri="{FF2B5EF4-FFF2-40B4-BE49-F238E27FC236}">
                <a16:creationId xmlns:a16="http://schemas.microsoft.com/office/drawing/2014/main" id="{AC8CDF63-ECFB-4943-9998-6CC0808C87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137614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pos="3423">
          <p15:clr>
            <a:srgbClr val="FBAE40"/>
          </p15:clr>
        </p15:guide>
        <p15:guide id="4" pos="3493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45D2C-DE67-4E7B-8A67-3E6284F2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BA14D81-B286-4F95-9D12-8B9323FD033F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3739" y="1285199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26C2A0-3C29-4633-83CC-40E0E3495BA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793670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B0F874D-F7A6-421C-97F2-47F79D5FF1A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E0D27A-5F71-4454-BC37-F7A765E38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462D58E9-B2F9-4214-9A35-C9CCAF97F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5560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3" userDrawn="1">
          <p15:clr>
            <a:srgbClr val="FBAE40"/>
          </p15:clr>
        </p15:guide>
        <p15:guide id="2" pos="3492" userDrawn="1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dirty="0">
              <a:solidFill>
                <a:srgbClr val="164293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74F6FF-F2DF-4484-A6EA-147BCD9D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A3CFC89-787E-4766-A928-188BC7C6A6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6161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126">
          <p15:clr>
            <a:srgbClr val="FBAE40"/>
          </p15:clr>
        </p15:guide>
        <p15:guide id="4" orient="horz" pos="670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92" userDrawn="1">
          <p15:clr>
            <a:srgbClr val="FBAE40"/>
          </p15:clr>
        </p15:guide>
        <p15:guide id="8" pos="342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6EC37-6DF2-4553-A285-BCB4F92A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87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8">
          <p15:clr>
            <a:srgbClr val="FBAE40"/>
          </p15:clr>
        </p15:guide>
        <p15:guide id="4" orient="horz" pos="3451">
          <p15:clr>
            <a:srgbClr val="FBAE40"/>
          </p15:clr>
        </p15:guide>
        <p15:guide id="5" pos="3492" userDrawn="1">
          <p15:clr>
            <a:srgbClr val="FBAE40"/>
          </p15:clr>
        </p15:guide>
        <p15:guide id="6" pos="3423" userDrawn="1">
          <p15:clr>
            <a:srgbClr val="FBAE40"/>
          </p15:clr>
        </p15:guide>
        <p15:guide id="7" orient="horz" pos="800" userDrawn="1">
          <p15:clr>
            <a:srgbClr val="FBAE40"/>
          </p15:clr>
        </p15:guide>
        <p15:guide id="8" orient="horz" pos="66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(no footer)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">
            <a:extLst>
              <a:ext uri="{FF2B5EF4-FFF2-40B4-BE49-F238E27FC236}">
                <a16:creationId xmlns:a16="http://schemas.microsoft.com/office/drawing/2014/main" id="{9AC0789D-82F0-FBB2-B386-EC3CB81BE8CE}"/>
              </a:ext>
            </a:extLst>
          </p:cNvPr>
          <p:cNvSpPr>
            <a:spLocks noSelect="1"/>
          </p:cNvSpPr>
          <p:nvPr userDrawn="1"/>
        </p:nvSpPr>
        <p:spPr>
          <a:xfrm>
            <a:off x="1" y="0"/>
            <a:ext cx="10981850" cy="122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DA116CE8-BDBB-5C54-A38C-019B2FF0386D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9" name="ETAS logo">
            <a:extLst>
              <a:ext uri="{FF2B5EF4-FFF2-40B4-BE49-F238E27FC236}">
                <a16:creationId xmlns:a16="http://schemas.microsoft.com/office/drawing/2014/main" id="{52EE596A-4F70-3EAF-73ED-2F42EABB5DF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2261C0-D171-4E4C-ACE8-EC8367470FB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73657" y="1644650"/>
            <a:ext cx="10429200" cy="4258800"/>
          </a:xfrm>
        </p:spPr>
        <p:txBody>
          <a:bodyPr numCol="2"/>
          <a:lstStyle>
            <a:lvl1pPr marL="378000" indent="-378000">
              <a:lnSpc>
                <a:spcPct val="110000"/>
              </a:lnSpc>
              <a:spcBef>
                <a:spcPts val="2600"/>
              </a:spcBef>
              <a:buClr>
                <a:schemeClr val="tx2"/>
              </a:buClr>
              <a:buFont typeface="+mj-lt"/>
              <a:buAutoNum type="arabicPeriod"/>
              <a:defRPr b="1">
                <a:solidFill>
                  <a:schemeClr val="tx2"/>
                </a:solidFill>
              </a:defRPr>
            </a:lvl1pPr>
            <a:lvl2pPr marL="601200" indent="-216000">
              <a:lnSpc>
                <a:spcPct val="110000"/>
              </a:lnSpc>
              <a:defRPr/>
            </a:lvl2pPr>
            <a:lvl3pPr marL="601200" indent="-216000">
              <a:defRPr/>
            </a:lvl3pPr>
            <a:lvl4pPr marL="378000" indent="0">
              <a:defRPr/>
            </a:lvl4pPr>
            <a:lvl5pPr marL="378000" indent="0">
              <a:defRPr/>
            </a:lvl5pPr>
          </a:lstStyle>
          <a:p>
            <a:pPr lvl="0"/>
            <a:r>
              <a:rPr lang="en-US"/>
              <a:t>Chapter (two columns)</a:t>
            </a:r>
          </a:p>
          <a:p>
            <a:pPr lvl="1"/>
            <a:r>
              <a:rPr lang="en-US"/>
              <a:t>Subitem (optional)</a:t>
            </a:r>
            <a:endParaRPr lang="de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0614A48-C3A7-4012-B369-06AA9E137E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694800"/>
            <a:ext cx="9126135" cy="3593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1"/>
              <a:t>Subline (optional)</a:t>
            </a:r>
          </a:p>
        </p:txBody>
      </p:sp>
      <p:sp>
        <p:nvSpPr>
          <p:cNvPr id="27" name="Chapter_titleonly">
            <a:extLst>
              <a:ext uri="{FF2B5EF4-FFF2-40B4-BE49-F238E27FC236}">
                <a16:creationId xmlns:a16="http://schemas.microsoft.com/office/drawing/2014/main" id="{D9A38C7E-E57C-40FC-B581-5B8A93DB5E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967" cy="432245"/>
          </a:xfrm>
        </p:spPr>
        <p:txBody>
          <a:bodyPr/>
          <a:lstStyle>
            <a:lvl1pPr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5499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4" userDrawn="1">
          <p15:clr>
            <a:srgbClr val="FBAE40"/>
          </p15:clr>
        </p15:guide>
        <p15:guide id="8" orient="horz" pos="3719" userDrawn="1">
          <p15:clr>
            <a:srgbClr val="FBAE40"/>
          </p15:clr>
        </p15:guide>
        <p15:guide id="12" pos="6743" userDrawn="1">
          <p15:clr>
            <a:srgbClr val="FBAE40"/>
          </p15:clr>
        </p15:guide>
        <p15:guide id="13" pos="171" userDrawn="1">
          <p15:clr>
            <a:srgbClr val="FBAE40"/>
          </p15:clr>
        </p15:guide>
        <p15:guide id="14" orient="horz" pos="126">
          <p15:clr>
            <a:srgbClr val="FBAE40"/>
          </p15:clr>
        </p15:guide>
        <p15:guide id="15" orient="horz" pos="67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(no footer)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TAS logo background">
            <a:extLst>
              <a:ext uri="{FF2B5EF4-FFF2-40B4-BE49-F238E27FC236}">
                <a16:creationId xmlns:a16="http://schemas.microsoft.com/office/drawing/2014/main" id="{77CCFE1E-220D-72FA-3E09-DAE5FA4B7DAA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3" name="ETAS logo">
            <a:extLst>
              <a:ext uri="{FF2B5EF4-FFF2-40B4-BE49-F238E27FC236}">
                <a16:creationId xmlns:a16="http://schemas.microsoft.com/office/drawing/2014/main" id="{B2DD8018-B0C9-6A1B-4D74-4CE67609CC8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5" name="Chapter_title">
            <a:extLst>
              <a:ext uri="{FF2B5EF4-FFF2-40B4-BE49-F238E27FC236}">
                <a16:creationId xmlns:a16="http://schemas.microsoft.com/office/drawing/2014/main" id="{0C07C395-2D30-4D8E-A33F-30B7FD059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7165948-C4C3-9364-8895-48C0F8C9FDD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9" y="3178799"/>
            <a:ext cx="10454214" cy="3747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354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1652" userDrawn="1">
          <p15:clr>
            <a:srgbClr val="FBAE40"/>
          </p15:clr>
        </p15:guide>
        <p15:guide id="3" pos="6735" userDrawn="1">
          <p15:clr>
            <a:srgbClr val="FBAE40"/>
          </p15:clr>
        </p15:guide>
        <p15:guide id="4" orient="horz" pos="22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with imag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TAS logo background">
            <a:extLst>
              <a:ext uri="{FF2B5EF4-FFF2-40B4-BE49-F238E27FC236}">
                <a16:creationId xmlns:a16="http://schemas.microsoft.com/office/drawing/2014/main" id="{FACC1FCD-6B0A-5319-BFFD-B00564ED04FC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5" name="ETAS logo">
            <a:extLst>
              <a:ext uri="{FF2B5EF4-FFF2-40B4-BE49-F238E27FC236}">
                <a16:creationId xmlns:a16="http://schemas.microsoft.com/office/drawing/2014/main" id="{CA83A06B-316D-D893-C76B-3791DBBB2E2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9" name="Image">
            <a:extLst>
              <a:ext uri="{FF2B5EF4-FFF2-40B4-BE49-F238E27FC236}">
                <a16:creationId xmlns:a16="http://schemas.microsoft.com/office/drawing/2014/main" id="{A06F7231-77FA-06BB-CEB7-29511A02F5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  <p:sp>
        <p:nvSpPr>
          <p:cNvPr id="16" name="Chapter title">
            <a:extLst>
              <a:ext uri="{FF2B5EF4-FFF2-40B4-BE49-F238E27FC236}">
                <a16:creationId xmlns:a16="http://schemas.microsoft.com/office/drawing/2014/main" id="{B0941B91-2CC6-54A3-3547-C40FA36D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103200"/>
            <a:ext cx="7127475" cy="2088108"/>
          </a:xfrm>
          <a:custGeom>
            <a:avLst/>
            <a:gdLst>
              <a:gd name="connsiteX0" fmla="*/ 0 w 7127475"/>
              <a:gd name="connsiteY0" fmla="*/ 0 h 2088108"/>
              <a:gd name="connsiteX1" fmla="*/ 6083421 w 7127475"/>
              <a:gd name="connsiteY1" fmla="*/ 0 h 2088108"/>
              <a:gd name="connsiteX2" fmla="*/ 7127475 w 7127475"/>
              <a:gd name="connsiteY2" fmla="*/ 1044054 h 2088108"/>
              <a:gd name="connsiteX3" fmla="*/ 7127474 w 7127475"/>
              <a:gd name="connsiteY3" fmla="*/ 1044054 h 2088108"/>
              <a:gd name="connsiteX4" fmla="*/ 6083420 w 7127475"/>
              <a:gd name="connsiteY4" fmla="*/ 2088108 h 2088108"/>
              <a:gd name="connsiteX5" fmla="*/ 0 w 7127475"/>
              <a:gd name="connsiteY5" fmla="*/ 2088107 h 2088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7475" h="2088108">
                <a:moveTo>
                  <a:pt x="0" y="0"/>
                </a:moveTo>
                <a:lnTo>
                  <a:pt x="6083421" y="0"/>
                </a:lnTo>
                <a:cubicBezTo>
                  <a:pt x="6660036" y="0"/>
                  <a:pt x="7127475" y="467439"/>
                  <a:pt x="7127475" y="1044054"/>
                </a:cubicBezTo>
                <a:lnTo>
                  <a:pt x="7127474" y="1044054"/>
                </a:lnTo>
                <a:cubicBezTo>
                  <a:pt x="7127474" y="1620669"/>
                  <a:pt x="6660035" y="2088108"/>
                  <a:pt x="6083420" y="2088108"/>
                </a:cubicBezTo>
                <a:lnTo>
                  <a:pt x="0" y="2088107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Chapter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8589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2485" userDrawn="1">
          <p15:clr>
            <a:srgbClr val="FBAE40"/>
          </p15:clr>
        </p15:guide>
        <p15:guide id="3" orient="horz" pos="277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ize image with description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TAS logo background">
            <a:extLst>
              <a:ext uri="{FF2B5EF4-FFF2-40B4-BE49-F238E27FC236}">
                <a16:creationId xmlns:a16="http://schemas.microsoft.com/office/drawing/2014/main" id="{5B75CF22-DECE-85D4-6883-509AABFA95BF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8" name="ETAS logo">
            <a:extLst>
              <a:ext uri="{FF2B5EF4-FFF2-40B4-BE49-F238E27FC236}">
                <a16:creationId xmlns:a16="http://schemas.microsoft.com/office/drawing/2014/main" id="{78300E20-2E5F-AFE4-4860-788D32BB968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2" name="Image">
            <a:extLst>
              <a:ext uri="{FF2B5EF4-FFF2-40B4-BE49-F238E27FC236}">
                <a16:creationId xmlns:a16="http://schemas.microsoft.com/office/drawing/2014/main" id="{A4F23A61-F8F2-D1AE-0719-97E2F23F1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  <p:sp>
        <p:nvSpPr>
          <p:cNvPr id="6" name="Picture description">
            <a:extLst>
              <a:ext uri="{FF2B5EF4-FFF2-40B4-BE49-F238E27FC236}">
                <a16:creationId xmlns:a16="http://schemas.microsoft.com/office/drawing/2014/main" id="{2D3C108E-A061-890B-84A3-794BC8E63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291200"/>
            <a:ext cx="5556820" cy="900000"/>
          </a:xfrm>
          <a:custGeom>
            <a:avLst/>
            <a:gdLst>
              <a:gd name="connsiteX0" fmla="*/ 0 w 5556820"/>
              <a:gd name="connsiteY0" fmla="*/ 0 h 900000"/>
              <a:gd name="connsiteX1" fmla="*/ 5106820 w 5556820"/>
              <a:gd name="connsiteY1" fmla="*/ 0 h 900000"/>
              <a:gd name="connsiteX2" fmla="*/ 5556820 w 5556820"/>
              <a:gd name="connsiteY2" fmla="*/ 450000 h 900000"/>
              <a:gd name="connsiteX3" fmla="*/ 5106820 w 5556820"/>
              <a:gd name="connsiteY3" fmla="*/ 900000 h 900000"/>
              <a:gd name="connsiteX4" fmla="*/ 0 w 5556820"/>
              <a:gd name="connsiteY4" fmla="*/ 9000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6820" h="900000">
                <a:moveTo>
                  <a:pt x="0" y="0"/>
                </a:moveTo>
                <a:lnTo>
                  <a:pt x="5106820" y="0"/>
                </a:lnTo>
                <a:cubicBezTo>
                  <a:pt x="5355348" y="0"/>
                  <a:pt x="5556820" y="201472"/>
                  <a:pt x="5556820" y="450000"/>
                </a:cubicBezTo>
                <a:cubicBezTo>
                  <a:pt x="5556820" y="698528"/>
                  <a:pt x="5355348" y="900000"/>
                  <a:pt x="5106820" y="900000"/>
                </a:cubicBezTo>
                <a:lnTo>
                  <a:pt x="0" y="90000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tx2"/>
              </a:gs>
            </a:gsLst>
            <a:lin ang="0" scaled="0"/>
          </a:gradFill>
        </p:spPr>
        <p:txBody>
          <a:bodyPr wrap="square" lIns="248400" anchor="ctr" anchorCtr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Picture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60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4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ize imag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321C5EC7-540B-3A4B-7BC3-CB23766A55C6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7" name="ETAS logo">
            <a:extLst>
              <a:ext uri="{FF2B5EF4-FFF2-40B4-BE49-F238E27FC236}">
                <a16:creationId xmlns:a16="http://schemas.microsoft.com/office/drawing/2014/main" id="{391F95AC-4C59-A23B-CBA9-AE1BB878E92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2" name="Image">
            <a:extLst>
              <a:ext uri="{FF2B5EF4-FFF2-40B4-BE49-F238E27FC236}">
                <a16:creationId xmlns:a16="http://schemas.microsoft.com/office/drawing/2014/main" id="{DD0869D4-490C-AB5A-6BC5-F24C883E4E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</p:spTree>
    <p:extLst>
      <p:ext uri="{BB962C8B-B14F-4D97-AF65-F5344CB8AC3E}">
        <p14:creationId xmlns:p14="http://schemas.microsoft.com/office/powerpoint/2010/main" val="1547979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column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EBBBF2BE-85DA-35BE-5AF6-56268ABAC40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D2965E04-DC9C-F141-70E7-74A9C678297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10427633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841749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719" userDrawn="1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23" userDrawn="1">
          <p15:clr>
            <a:srgbClr val="FBAE40"/>
          </p15:clr>
        </p15:guide>
        <p15:guide id="8" pos="349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long headlin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A55D004C-76FE-2908-3877-EEFC5D00ADF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9E8FED21-16E3-8DF2-73F7-990783B1317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E8E5790-A5CA-4244-B1BD-58F6C8FCDA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717674"/>
            <a:ext cx="1042848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560C3E-DFEB-4D14-8DF6-A412BB884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1141785"/>
            <a:ext cx="9154800" cy="359345"/>
          </a:xfrm>
        </p:spPr>
        <p:txBody>
          <a:bodyPr/>
          <a:lstStyle/>
          <a:p>
            <a:r>
              <a:rPr lang="en-US" noProof="1"/>
              <a:t>Subline (optional)</a:t>
            </a: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819AD6F-E318-4BE8-AD29-3105CF876B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800" cy="863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with two lines</a:t>
            </a:r>
          </a:p>
        </p:txBody>
      </p:sp>
    </p:spTree>
    <p:extLst>
      <p:ext uri="{BB962C8B-B14F-4D97-AF65-F5344CB8AC3E}">
        <p14:creationId xmlns:p14="http://schemas.microsoft.com/office/powerpoint/2010/main" val="330053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6">
          <p15:clr>
            <a:srgbClr val="FBAE40"/>
          </p15:clr>
        </p15:guide>
        <p15:guide id="3" orient="horz" pos="1082">
          <p15:clr>
            <a:srgbClr val="FBAE40"/>
          </p15:clr>
        </p15:guide>
        <p15:guide id="4" pos="168">
          <p15:clr>
            <a:srgbClr val="FBAE40"/>
          </p15:clr>
        </p15:guide>
        <p15:guide id="5" pos="6744">
          <p15:clr>
            <a:srgbClr val="FBAE40"/>
          </p15:clr>
        </p15:guide>
        <p15:guide id="7" orient="horz" pos="946">
          <p15:clr>
            <a:srgbClr val="FBAE40"/>
          </p15:clr>
        </p15:guide>
        <p15:guide id="8" orient="horz" pos="3719" userDrawn="1">
          <p15:clr>
            <a:srgbClr val="FBAE40"/>
          </p15:clr>
        </p15:guide>
        <p15:guide id="9" pos="3492" userDrawn="1">
          <p15:clr>
            <a:srgbClr val="FBAE40"/>
          </p15:clr>
        </p15:guide>
        <p15:guide id="10" pos="3423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columns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ackground">
            <a:extLst>
              <a:ext uri="{FF2B5EF4-FFF2-40B4-BE49-F238E27FC236}">
                <a16:creationId xmlns:a16="http://schemas.microsoft.com/office/drawing/2014/main" id="{9DCDB433-1588-DE56-D415-43B99D059F42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TAS logo">
            <a:extLst>
              <a:ext uri="{FF2B5EF4-FFF2-40B4-BE49-F238E27FC236}">
                <a16:creationId xmlns:a16="http://schemas.microsoft.com/office/drawing/2014/main" id="{4267E0FB-6392-7829-194A-DFDA04235301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B4C37-96CA-4B5E-93DB-1879107CFF63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54800" y="1285199"/>
            <a:ext cx="5148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39D0AF-38AC-4462-A7DC-DD4F4A3A456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5148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3E9A2-6E98-4D89-8C56-7C37A876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7" name="Chapter_titleonly">
            <a:extLst>
              <a:ext uri="{FF2B5EF4-FFF2-40B4-BE49-F238E27FC236}">
                <a16:creationId xmlns:a16="http://schemas.microsoft.com/office/drawing/2014/main" id="{AC8CDF63-ECFB-4943-9998-6CC0808C87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6619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pos="3423">
          <p15:clr>
            <a:srgbClr val="FBAE40"/>
          </p15:clr>
        </p15:guide>
        <p15:guide id="4" pos="3493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s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864DD543-50BE-9988-8667-2A3E1C2B9F0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3FA82A7C-09B0-1D11-3D30-60DAD2A8ADDD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BA14D81-B286-4F95-9D12-8B9323FD033F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3739" y="1285199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26C2A0-3C29-4633-83CC-40E0E3495BA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793670" y="1285198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B0F874D-F7A6-421C-97F2-47F79D5FF1A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198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E0D27A-5F71-4454-BC37-F7A765E38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462D58E9-B2F9-4214-9A35-C9CCAF97F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742537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3" userDrawn="1">
          <p15:clr>
            <a:srgbClr val="FBAE40"/>
          </p15:clr>
        </p15:guide>
        <p15:guide id="2" pos="3492" userDrawn="1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ly titl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85577B2C-BD5C-935B-ED1F-B049F21D1736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TAS logo">
            <a:extLst>
              <a:ext uri="{FF2B5EF4-FFF2-40B4-BE49-F238E27FC236}">
                <a16:creationId xmlns:a16="http://schemas.microsoft.com/office/drawing/2014/main" id="{4770D6E5-CD39-7979-464E-9743A79DF38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74F6FF-F2DF-4484-A6EA-147BCD9D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A3CFC89-787E-4766-A928-188BC7C6A6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62140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126">
          <p15:clr>
            <a:srgbClr val="FBAE40"/>
          </p15:clr>
        </p15:guide>
        <p15:guide id="4" orient="horz" pos="670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92" userDrawn="1">
          <p15:clr>
            <a:srgbClr val="FBAE40"/>
          </p15:clr>
        </p15:guide>
        <p15:guide id="8" pos="342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content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2689D6BD-2475-43B8-3CF4-B8177DD71E07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E8FDCEAF-F7AC-E458-CF05-9A755D6E8EB8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4887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8">
          <p15:clr>
            <a:srgbClr val="FBAE40"/>
          </p15:clr>
        </p15:guide>
        <p15:guide id="4" orient="horz" pos="3719" userDrawn="1">
          <p15:clr>
            <a:srgbClr val="FBAE40"/>
          </p15:clr>
        </p15:guide>
        <p15:guide id="5" pos="3492" userDrawn="1">
          <p15:clr>
            <a:srgbClr val="FBAE40"/>
          </p15:clr>
        </p15:guide>
        <p15:guide id="6" pos="3423" userDrawn="1">
          <p15:clr>
            <a:srgbClr val="FBAE40"/>
          </p15:clr>
        </p15:guide>
        <p15:guide id="7" orient="horz" pos="800" userDrawn="1">
          <p15:clr>
            <a:srgbClr val="FBAE40"/>
          </p15:clr>
        </p15:guide>
        <p15:guide id="8" orient="horz" pos="66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gr">
            <a:extLst>
              <a:ext uri="{FF2B5EF4-FFF2-40B4-BE49-F238E27FC236}">
                <a16:creationId xmlns:a16="http://schemas.microsoft.com/office/drawing/2014/main" id="{34C1FC2E-7665-451B-A576-523684DC0574}"/>
              </a:ext>
            </a:extLst>
          </p:cNvPr>
          <p:cNvSpPr/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ETAS logo">
            <a:extLst>
              <a:ext uri="{FF2B5EF4-FFF2-40B4-BE49-F238E27FC236}">
                <a16:creationId xmlns:a16="http://schemas.microsoft.com/office/drawing/2014/main" id="{7C03C844-13A3-582D-8878-E7452AD783F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27FD407-3A9F-4E23-A6E0-09D3FFEF8A2F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7" y="3178799"/>
            <a:ext cx="10454215" cy="3747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Contact data (optional)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F2294D99-E0FC-4AD2-9C6A-A19C9236EB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950" y="2628000"/>
            <a:ext cx="10456863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Closing phrase</a:t>
            </a:r>
          </a:p>
        </p:txBody>
      </p:sp>
    </p:spTree>
    <p:extLst>
      <p:ext uri="{BB962C8B-B14F-4D97-AF65-F5344CB8AC3E}">
        <p14:creationId xmlns:p14="http://schemas.microsoft.com/office/powerpoint/2010/main" val="347704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9" userDrawn="1">
          <p15:clr>
            <a:srgbClr val="FBAE40"/>
          </p15:clr>
        </p15:guide>
        <p15:guide id="4" pos="148" userDrawn="1">
          <p15:clr>
            <a:srgbClr val="FBAE40"/>
          </p15:clr>
        </p15:guide>
        <p15:guide id="5" pos="6735" userDrawn="1">
          <p15:clr>
            <a:srgbClr val="FBAE40"/>
          </p15:clr>
        </p15:guide>
        <p15:guide id="6" orient="horz" pos="224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note2inv" hidden="1">
            <a:extLst>
              <a:ext uri="{FF2B5EF4-FFF2-40B4-BE49-F238E27FC236}">
                <a16:creationId xmlns:a16="http://schemas.microsoft.com/office/drawing/2014/main" id="{4F14331F-6BC5-9572-2AFE-25FFA2917A36}"/>
              </a:ext>
            </a:extLst>
          </p:cNvPr>
          <p:cNvSpPr txBox="1"/>
          <p:nvPr userDrawn="1"/>
        </p:nvSpPr>
        <p:spPr>
          <a:xfrm>
            <a:off x="1251006" y="5335352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%copyright_etas%</a:t>
            </a:r>
          </a:p>
        </p:txBody>
      </p:sp>
      <p:sp>
        <p:nvSpPr>
          <p:cNvPr id="5" name="Footnote1inv" hidden="1">
            <a:extLst>
              <a:ext uri="{FF2B5EF4-FFF2-40B4-BE49-F238E27FC236}">
                <a16:creationId xmlns:a16="http://schemas.microsoft.com/office/drawing/2014/main" id="{64CB034B-10E2-5511-735A-CDA37EF16CB3}"/>
              </a:ext>
            </a:extLst>
          </p:cNvPr>
          <p:cNvSpPr txBox="1"/>
          <p:nvPr userDrawn="1"/>
        </p:nvSpPr>
        <p:spPr>
          <a:xfrm>
            <a:off x="1252817" y="5228487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%conf_etas_internal%%departmentshort%%dateformat%</a:t>
            </a:r>
          </a:p>
        </p:txBody>
      </p:sp>
      <p:sp>
        <p:nvSpPr>
          <p:cNvPr id="9" name="Footnote2" hidden="1">
            <a:extLst>
              <a:ext uri="{FF2B5EF4-FFF2-40B4-BE49-F238E27FC236}">
                <a16:creationId xmlns:a16="http://schemas.microsoft.com/office/drawing/2014/main" id="{3CBE5DC3-09AE-4038-B89E-D524F092CA9F}"/>
              </a:ext>
            </a:extLst>
          </p:cNvPr>
          <p:cNvSpPr txBox="1"/>
          <p:nvPr userDrawn="1"/>
        </p:nvSpPr>
        <p:spPr>
          <a:xfrm>
            <a:off x="874489" y="5568435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%copyright_etas%</a:t>
            </a:r>
          </a:p>
        </p:txBody>
      </p:sp>
      <p:sp>
        <p:nvSpPr>
          <p:cNvPr id="10" name="Footnote1" hidden="1">
            <a:extLst>
              <a:ext uri="{FF2B5EF4-FFF2-40B4-BE49-F238E27FC236}">
                <a16:creationId xmlns:a16="http://schemas.microsoft.com/office/drawing/2014/main" id="{1B93D36C-C523-4C68-9A85-533D3DC048EE}"/>
              </a:ext>
            </a:extLst>
          </p:cNvPr>
          <p:cNvSpPr txBox="1"/>
          <p:nvPr userDrawn="1"/>
        </p:nvSpPr>
        <p:spPr>
          <a:xfrm>
            <a:off x="876300" y="5461570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%conf_etas_internal%%departmentshort%%dateformat%</a:t>
            </a:r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2B4F1FC7-D636-5739-6597-7FE26268029D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ETAS logo">
            <a:extLst>
              <a:ext uri="{FF2B5EF4-FFF2-40B4-BE49-F238E27FC236}">
                <a16:creationId xmlns:a16="http://schemas.microsoft.com/office/drawing/2014/main" id="{5DA1F348-1FBB-191B-B9C3-C047EEA48593}"/>
              </a:ext>
            </a:extLst>
          </p:cNvPr>
          <p:cNvSpPr>
            <a:spLocks noSelect="1"/>
          </p:cNvSpPr>
          <p:nvPr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Footnote2">
            <a:extLst>
              <a:ext uri="{FF2B5EF4-FFF2-40B4-BE49-F238E27FC236}">
                <a16:creationId xmlns:a16="http://schemas.microsoft.com/office/drawing/2014/main" id="{1493CA85-2CB3-4686-97B8-52C29C2839E7}"/>
              </a:ext>
            </a:extLst>
          </p:cNvPr>
          <p:cNvSpPr txBox="1"/>
          <p:nvPr userDrawn="1"/>
        </p:nvSpPr>
        <p:spPr>
          <a:xfrm>
            <a:off x="273600" y="5797897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ETAS GmbH.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1" name="Footnote1"/>
          <p:cNvSpPr txBox="1"/>
          <p:nvPr userDrawn="1"/>
        </p:nvSpPr>
        <p:spPr>
          <a:xfrm>
            <a:off x="273600" y="5691032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Public | ETAS-DEV/XPC-Fe1 | 12.2025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68CDF-EE40-4865-A626-F5EEA9559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7341" y="5742703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lvl1pPr algn="r">
              <a:defRPr sz="2800" baseline="30000">
                <a:solidFill>
                  <a:schemeClr val="tx2"/>
                </a:solidFill>
              </a:defRPr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noProof="1">
              <a:solidFill>
                <a:srgbClr val="164293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0C6A7BA-DC98-43BF-AA13-880CD5801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600" y="1285304"/>
            <a:ext cx="10426150" cy="4184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  <a:p>
            <a:pPr lvl="5"/>
            <a:r>
              <a:rPr lang="en-US" noProof="1"/>
              <a:t>Level 6</a:t>
            </a:r>
          </a:p>
          <a:p>
            <a:pPr lvl="6"/>
            <a:r>
              <a:rPr lang="en-US" noProof="1"/>
              <a:t>Level 7</a:t>
            </a:r>
          </a:p>
          <a:p>
            <a:pPr lvl="7"/>
            <a:r>
              <a:rPr lang="en-US" noProof="1"/>
              <a:t>Level 8</a:t>
            </a:r>
          </a:p>
          <a:p>
            <a:pPr lvl="8"/>
            <a:r>
              <a:rPr lang="en-US" noProof="1"/>
              <a:t>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 noProof="1"/>
              <a:t>Subline (optional)</a:t>
            </a:r>
          </a:p>
        </p:txBody>
      </p:sp>
    </p:spTree>
    <p:extLst>
      <p:ext uri="{BB962C8B-B14F-4D97-AF65-F5344CB8AC3E}">
        <p14:creationId xmlns:p14="http://schemas.microsoft.com/office/powerpoint/2010/main" val="387362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3" r:id="rId2"/>
    <p:sldLayoutId id="2147483694" r:id="rId3"/>
    <p:sldLayoutId id="2147483695" r:id="rId4"/>
    <p:sldLayoutId id="2147483677" r:id="rId5"/>
    <p:sldLayoutId id="2147483675" r:id="rId6"/>
    <p:sldLayoutId id="2147483676" r:id="rId7"/>
    <p:sldLayoutId id="2147483678" r:id="rId8"/>
    <p:sldLayoutId id="2147483679" r:id="rId9"/>
    <p:sldLayoutId id="2147483680" r:id="rId10"/>
    <p:sldLayoutId id="2147483689" r:id="rId11"/>
    <p:sldLayoutId id="2147483681" r:id="rId12"/>
    <p:sldLayoutId id="2147483682" r:id="rId13"/>
    <p:sldLayoutId id="2147483690" r:id="rId14"/>
    <p:sldLayoutId id="2147483691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692" r:id="rId27"/>
  </p:sldLayoutIdLst>
  <p:hf hdr="0" ftr="0" dt="0"/>
  <p:txStyles>
    <p:titleStyle>
      <a:lvl1pPr algn="l" defTabSz="617083" rtl="0" eaLnBrk="1" latinLnBrk="0" hangingPunct="1">
        <a:lnSpc>
          <a:spcPct val="100000"/>
        </a:lnSpc>
        <a:spcBef>
          <a:spcPct val="0"/>
        </a:spcBef>
        <a:buNone/>
        <a:defRPr sz="1800" kern="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25475" rtl="0" eaLnBrk="1" latinLnBrk="0" hangingPunct="1">
        <a:lnSpc>
          <a:spcPct val="110000"/>
        </a:lnSpc>
        <a:spcBef>
          <a:spcPts val="0"/>
        </a:spcBef>
        <a:buClr>
          <a:srgbClr val="000000"/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1pPr>
      <a:lvl2pPr marL="366713" indent="-179388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2pPr>
      <a:lvl3pPr marL="555625" indent="-17145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3pPr>
      <a:lvl4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4pPr>
      <a:lvl5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5pPr>
      <a:lvl6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6pPr>
      <a:lvl7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7pPr>
      <a:lvl8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8pPr>
      <a:lvl9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4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083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624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166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707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249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5979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33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68D73-4E88-41B9-AA8A-D53D197C2000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237598" y="3178799"/>
            <a:ext cx="10454215" cy="374718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Generating EHB Containers from .</a:t>
            </a:r>
            <a:r>
              <a:rPr lang="en-US" dirty="0" err="1">
                <a:solidFill>
                  <a:srgbClr val="FFFFFF"/>
                </a:solidFill>
              </a:rPr>
              <a:t>arxml</a:t>
            </a:r>
            <a:r>
              <a:rPr lang="en-US" dirty="0">
                <a:solidFill>
                  <a:srgbClr val="FFFFFF"/>
                </a:solidFill>
              </a:rPr>
              <a:t> files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8A6C3-941A-4F1F-A5F1-9B8693ED5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solidFill>
                  <a:srgbClr val="FFFFFF"/>
                </a:solidFill>
              </a:rPr>
              <a:t>ETAS EHANDBOOK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304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EHB-CB: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17D56842-B635-4F16-8065-6F8544CA8447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E9D9CA-2D28-35BF-EB58-9AFBE745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812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EHB-CB: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8D5D0D97-D1BD-4704-AD3D-4E62FD206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582" y="2729351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BEEE7C9-2CF4-436A-862C-F2637A930EE7}"/>
              </a:ext>
            </a:extLst>
          </p:cNvPr>
          <p:cNvCxnSpPr>
            <a:stCxn id="27" idx="3"/>
          </p:cNvCxnSpPr>
          <p:nvPr/>
        </p:nvCxnSpPr>
        <p:spPr>
          <a:xfrm flipV="1">
            <a:off x="3175266" y="3044851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00B75B59-8D06-4788-9A75-286442078F0D}"/>
              </a:ext>
            </a:extLst>
          </p:cNvPr>
          <p:cNvSpPr txBox="1"/>
          <p:nvPr/>
        </p:nvSpPr>
        <p:spPr>
          <a:xfrm>
            <a:off x="3229654" y="2827455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C95F603-EA46-4BC6-9A2E-3C90844C371E}"/>
              </a:ext>
            </a:extLst>
          </p:cNvPr>
          <p:cNvSpPr txBox="1"/>
          <p:nvPr/>
        </p:nvSpPr>
        <p:spPr>
          <a:xfrm>
            <a:off x="2581582" y="3363363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050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CLI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option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-ar2ehbcbinput</a:t>
            </a:r>
          </a:p>
        </p:txBody>
      </p:sp>
      <p:pic>
        <p:nvPicPr>
          <p:cNvPr id="31" name="Picture 6" descr="AUTOSAR embedded toolchain updated">
            <a:extLst>
              <a:ext uri="{FF2B5EF4-FFF2-40B4-BE49-F238E27FC236}">
                <a16:creationId xmlns:a16="http://schemas.microsoft.com/office/drawing/2014/main" id="{68870CA4-5461-46F6-94B6-C9F6865B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438" y="3058277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DE55121-22AF-4626-975C-B8EADEEAF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913" y="2445544"/>
            <a:ext cx="805140" cy="95302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D4C3671-16E4-46EA-B51B-2210CABCDC45}"/>
              </a:ext>
            </a:extLst>
          </p:cNvPr>
          <p:cNvSpPr txBox="1"/>
          <p:nvPr/>
        </p:nvSpPr>
        <p:spPr>
          <a:xfrm>
            <a:off x="868435" y="2899323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9B45D5D-EB08-4263-BEEF-839D03997E55}"/>
              </a:ext>
            </a:extLst>
          </p:cNvPr>
          <p:cNvSpPr txBox="1"/>
          <p:nvPr/>
        </p:nvSpPr>
        <p:spPr>
          <a:xfrm>
            <a:off x="868435" y="1975376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arxml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files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ASW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(SWCs + a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Composition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)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2A14235-1E90-4583-AB44-677E8BECE0DC}"/>
              </a:ext>
            </a:extLst>
          </p:cNvPr>
          <p:cNvCxnSpPr/>
          <p:nvPr/>
        </p:nvCxnSpPr>
        <p:spPr>
          <a:xfrm flipV="1">
            <a:off x="1688125" y="3056584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9AEFB72-EE68-40A1-B606-2BF6558D6172}"/>
              </a:ext>
            </a:extLst>
          </p:cNvPr>
          <p:cNvSpPr txBox="1"/>
          <p:nvPr/>
        </p:nvSpPr>
        <p:spPr>
          <a:xfrm>
            <a:off x="1941118" y="12436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0000"/>
                </a:solidFill>
              </a:rPr>
              <a:t>Step</a:t>
            </a:r>
            <a:r>
              <a:rPr lang="de-DE" dirty="0">
                <a:solidFill>
                  <a:srgbClr val="000000"/>
                </a:solidFill>
              </a:rPr>
              <a:t> 1: </a:t>
            </a:r>
            <a:r>
              <a:rPr lang="de-DE" dirty="0" err="1">
                <a:solidFill>
                  <a:srgbClr val="000000"/>
                </a:solidFill>
              </a:rPr>
              <a:t>Prepare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D06A115-5C2B-40B3-B7DE-234F120C082C}"/>
              </a:ext>
            </a:extLst>
          </p:cNvPr>
          <p:cNvSpPr txBox="1"/>
          <p:nvPr/>
        </p:nvSpPr>
        <p:spPr>
          <a:xfrm>
            <a:off x="4665968" y="1213776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0000"/>
                </a:solidFill>
              </a:rPr>
              <a:t>Step</a:t>
            </a:r>
            <a:r>
              <a:rPr lang="de-DE" dirty="0">
                <a:solidFill>
                  <a:srgbClr val="000000"/>
                </a:solidFill>
              </a:rPr>
              <a:t> 2: Generate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sp>
        <p:nvSpPr>
          <p:cNvPr id="48" name="Geschweifte Klammer links 47">
            <a:extLst>
              <a:ext uri="{FF2B5EF4-FFF2-40B4-BE49-F238E27FC236}">
                <a16:creationId xmlns:a16="http://schemas.microsoft.com/office/drawing/2014/main" id="{23F6057E-8336-420B-B532-3493FD3F49EA}"/>
              </a:ext>
            </a:extLst>
          </p:cNvPr>
          <p:cNvSpPr/>
          <p:nvPr/>
        </p:nvSpPr>
        <p:spPr>
          <a:xfrm rot="5400000">
            <a:off x="2680848" y="-585211"/>
            <a:ext cx="312577" cy="4669875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eschweifte Klammer links 67">
            <a:extLst>
              <a:ext uri="{FF2B5EF4-FFF2-40B4-BE49-F238E27FC236}">
                <a16:creationId xmlns:a16="http://schemas.microsoft.com/office/drawing/2014/main" id="{790D26AD-B908-4E0F-81CB-E2C3DB7A961B}"/>
              </a:ext>
            </a:extLst>
          </p:cNvPr>
          <p:cNvSpPr/>
          <p:nvPr/>
        </p:nvSpPr>
        <p:spPr>
          <a:xfrm rot="5400000">
            <a:off x="5550211" y="-12836"/>
            <a:ext cx="312577" cy="3647587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109335" y="4104096"/>
            <a:ext cx="43148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00000"/>
                </a:solidFill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Only</a:t>
            </a:r>
            <a:r>
              <a:rPr lang="de-DE" sz="1100" dirty="0">
                <a:solidFill>
                  <a:srgbClr val="000000"/>
                </a:solidFill>
              </a:rPr>
              <a:t> .</a:t>
            </a:r>
            <a:r>
              <a:rPr lang="de-DE" sz="1100" dirty="0" err="1">
                <a:solidFill>
                  <a:srgbClr val="000000"/>
                </a:solidFill>
              </a:rPr>
              <a:t>arxml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files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for</a:t>
            </a:r>
            <a:r>
              <a:rPr lang="de-DE" sz="1100" dirty="0">
                <a:solidFill>
                  <a:srgbClr val="000000"/>
                </a:solidFill>
              </a:rPr>
              <a:t> ASW </a:t>
            </a:r>
            <a:r>
              <a:rPr lang="de-DE" sz="1100" dirty="0" err="1">
                <a:solidFill>
                  <a:srgbClr val="000000"/>
                </a:solidFill>
              </a:rPr>
              <a:t>required</a:t>
            </a:r>
            <a:r>
              <a:rPr lang="de-DE" sz="1100" dirty="0">
                <a:solidFill>
                  <a:srgbClr val="000000"/>
                </a:solidFill>
              </a:rPr>
              <a:t> (e.g., ISOLAR-A </a:t>
            </a:r>
            <a:r>
              <a:rPr lang="de-DE" sz="1100" dirty="0" err="1">
                <a:solidFill>
                  <a:srgbClr val="000000"/>
                </a:solidFill>
              </a:rPr>
              <a:t>project</a:t>
            </a:r>
            <a:r>
              <a:rPr lang="de-DE" sz="1100" dirty="0">
                <a:solidFill>
                  <a:srgbClr val="000000"/>
                </a:solidFill>
              </a:rPr>
              <a:t>) </a:t>
            </a:r>
            <a:r>
              <a:rPr lang="de-DE" sz="1100" dirty="0" err="1">
                <a:solidFill>
                  <a:srgbClr val="000000"/>
                </a:solidFill>
              </a:rPr>
              <a:t>to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get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started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with</a:t>
            </a:r>
            <a:r>
              <a:rPr lang="de-DE" sz="1100" dirty="0">
                <a:solidFill>
                  <a:srgbClr val="000000"/>
                </a:solidFill>
              </a:rPr>
              <a:t> EHB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Reduced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entry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hurdle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input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data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for</a:t>
            </a:r>
            <a:r>
              <a:rPr lang="de-DE" sz="1100" dirty="0">
                <a:solidFill>
                  <a:srgbClr val="000000"/>
                </a:solidFill>
              </a:rPr>
              <a:t> EHB-CB </a:t>
            </a:r>
            <a:r>
              <a:rPr lang="de-DE" sz="1100" dirty="0" err="1">
                <a:solidFill>
                  <a:srgbClr val="000000"/>
                </a:solidFill>
              </a:rPr>
              <a:t>is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automatically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generated</a:t>
            </a:r>
            <a:endParaRPr lang="de-DE" sz="110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Learn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how</a:t>
            </a:r>
            <a:r>
              <a:rPr lang="de-DE" sz="1100" dirty="0">
                <a:solidFill>
                  <a:srgbClr val="000000"/>
                </a:solidFill>
              </a:rPr>
              <a:t> EHB-CB </a:t>
            </a:r>
            <a:r>
              <a:rPr lang="de-DE" sz="1100" dirty="0" err="1">
                <a:solidFill>
                  <a:srgbClr val="000000"/>
                </a:solidFill>
              </a:rPr>
              <a:t>works</a:t>
            </a:r>
            <a:endParaRPr lang="de-DE" sz="11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00000"/>
                </a:solidFill>
              </a:rPr>
              <a:t>2 </a:t>
            </a:r>
            <a:r>
              <a:rPr lang="de-DE" sz="1100" dirty="0" err="1">
                <a:solidFill>
                  <a:srgbClr val="000000"/>
                </a:solidFill>
              </a:rPr>
              <a:t>step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approach</a:t>
            </a:r>
            <a:r>
              <a:rPr lang="de-DE" sz="1100" dirty="0">
                <a:solidFill>
                  <a:srgbClr val="000000"/>
                </a:solidFill>
              </a:rPr>
              <a:t> such </a:t>
            </a:r>
            <a:r>
              <a:rPr lang="de-DE" sz="1100" dirty="0" err="1">
                <a:solidFill>
                  <a:srgbClr val="000000"/>
                </a:solidFill>
              </a:rPr>
              <a:t>that</a:t>
            </a:r>
            <a:r>
              <a:rPr lang="de-DE" sz="1100" dirty="0">
                <a:solidFill>
                  <a:srgbClr val="000000"/>
                </a:solidFill>
              </a:rPr>
              <a:t> auto-</a:t>
            </a:r>
            <a:r>
              <a:rPr lang="de-DE" sz="1100" dirty="0" err="1">
                <a:solidFill>
                  <a:srgbClr val="000000"/>
                </a:solidFill>
              </a:rPr>
              <a:t>generated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input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data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can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be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altered</a:t>
            </a:r>
            <a:r>
              <a:rPr lang="de-DE" sz="1100" dirty="0">
                <a:solidFill>
                  <a:srgbClr val="000000"/>
                </a:solidFill>
              </a:rPr>
              <a:t> (e.g., additional ASCET / SL </a:t>
            </a:r>
            <a:r>
              <a:rPr lang="de-DE" sz="1100" dirty="0" err="1">
                <a:solidFill>
                  <a:srgbClr val="000000"/>
                </a:solidFill>
              </a:rPr>
              <a:t>models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or</a:t>
            </a:r>
            <a:r>
              <a:rPr lang="de-DE" sz="1100" dirty="0">
                <a:solidFill>
                  <a:srgbClr val="000000"/>
                </a:solidFill>
              </a:rPr>
              <a:t> C-Code)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76BDCA08-3084-4EE5-A7CE-0ACEA2B62802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03A9D96F-156C-4B0A-B34F-DDDEF4BBA4C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EHB-CB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294767B-2532-983A-EC4E-995E2DC5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213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1D4018B-BC20-4FA4-A701-BA9DEF357F99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834DB2E6-18F8-4089-919B-A7CBA00B498C}"/>
              </a:ext>
            </a:extLst>
          </p:cNvPr>
          <p:cNvSpPr txBox="1"/>
          <p:nvPr/>
        </p:nvSpPr>
        <p:spPr>
          <a:xfrm>
            <a:off x="2284840" y="2980952"/>
            <a:ext cx="886209" cy="341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Tier-1 ASW</a:t>
            </a:r>
          </a:p>
        </p:txBody>
      </p:sp>
      <p:sp>
        <p:nvSpPr>
          <p:cNvPr id="69" name="Zylinder 68">
            <a:extLst>
              <a:ext uri="{FF2B5EF4-FFF2-40B4-BE49-F238E27FC236}">
                <a16:creationId xmlns:a16="http://schemas.microsoft.com/office/drawing/2014/main" id="{40CDEA89-E670-4790-A17E-1EAF41BF8D43}"/>
              </a:ext>
            </a:extLst>
          </p:cNvPr>
          <p:cNvSpPr/>
          <p:nvPr/>
        </p:nvSpPr>
        <p:spPr>
          <a:xfrm>
            <a:off x="2289821" y="3507269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71" name="Picture 6" descr="AUTOSAR embedded toolchain updated">
            <a:extLst>
              <a:ext uri="{FF2B5EF4-FFF2-40B4-BE49-F238E27FC236}">
                <a16:creationId xmlns:a16="http://schemas.microsoft.com/office/drawing/2014/main" id="{CD968B4E-EBC1-43D1-94F6-7AE515E1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20" y="3567150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A66057CC-A8DC-4C4C-AC9D-BC130B785303}"/>
              </a:ext>
            </a:extLst>
          </p:cNvPr>
          <p:cNvSpPr/>
          <p:nvPr/>
        </p:nvSpPr>
        <p:spPr>
          <a:xfrm>
            <a:off x="4333131" y="2226302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.hex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3D70C52A-C64F-43CB-A591-15ED362B57BC}"/>
              </a:ext>
            </a:extLst>
          </p:cNvPr>
          <p:cNvCxnSpPr>
            <a:stCxn id="72" idx="2"/>
          </p:cNvCxnSpPr>
          <p:nvPr/>
        </p:nvCxnSpPr>
        <p:spPr>
          <a:xfrm flipH="1">
            <a:off x="4503281" y="2630882"/>
            <a:ext cx="3111" cy="77980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83236C53-4053-421B-B7F3-C7460ECE9950}"/>
              </a:ext>
            </a:extLst>
          </p:cNvPr>
          <p:cNvCxnSpPr/>
          <p:nvPr/>
        </p:nvCxnSpPr>
        <p:spPr>
          <a:xfrm flipV="1">
            <a:off x="3241378" y="3803836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B194D7B3-7B42-4F96-9659-6998ED8BE0F1}"/>
              </a:ext>
            </a:extLst>
          </p:cNvPr>
          <p:cNvSpPr/>
          <p:nvPr/>
        </p:nvSpPr>
        <p:spPr>
          <a:xfrm>
            <a:off x="3941395" y="3410682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F22BA147-2AB5-42E4-89DD-D9FD2D9B0CCB}"/>
              </a:ext>
            </a:extLst>
          </p:cNvPr>
          <p:cNvSpPr/>
          <p:nvPr/>
        </p:nvSpPr>
        <p:spPr>
          <a:xfrm>
            <a:off x="5254091" y="1918461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AA453B8D-CDEE-4DF0-B67E-F29C56D0BD05}"/>
              </a:ext>
            </a:extLst>
          </p:cNvPr>
          <p:cNvSpPr/>
          <p:nvPr/>
        </p:nvSpPr>
        <p:spPr>
          <a:xfrm>
            <a:off x="6619564" y="3408416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MDA 8 </a:t>
            </a:r>
          </a:p>
        </p:txBody>
      </p:sp>
      <p:cxnSp>
        <p:nvCxnSpPr>
          <p:cNvPr id="78" name="Gewinkelter Verbinder 25">
            <a:extLst>
              <a:ext uri="{FF2B5EF4-FFF2-40B4-BE49-F238E27FC236}">
                <a16:creationId xmlns:a16="http://schemas.microsoft.com/office/drawing/2014/main" id="{4BE74F3A-8A27-422F-A2C3-D422410E1C13}"/>
              </a:ext>
            </a:extLst>
          </p:cNvPr>
          <p:cNvCxnSpPr>
            <a:stCxn id="87" idx="0"/>
            <a:endCxn id="89" idx="2"/>
          </p:cNvCxnSpPr>
          <p:nvPr/>
        </p:nvCxnSpPr>
        <p:spPr>
          <a:xfrm rot="5400000" flipH="1" flipV="1">
            <a:off x="4737484" y="2658055"/>
            <a:ext cx="760392" cy="764466"/>
          </a:xfrm>
          <a:prstGeom prst="bentConnector3">
            <a:avLst/>
          </a:prstGeom>
          <a:ln>
            <a:solidFill>
              <a:schemeClr val="accent1"/>
            </a:solidFill>
            <a:headEnd type="arrow" w="lg" len="lg"/>
            <a:tailEnd type="arrow" w="lg" len="lg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126E227E-B11D-453F-9998-BD03CF4FE3B4}"/>
              </a:ext>
            </a:extLst>
          </p:cNvPr>
          <p:cNvSpPr txBox="1"/>
          <p:nvPr/>
        </p:nvSpPr>
        <p:spPr>
          <a:xfrm>
            <a:off x="4947626" y="307416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 COM API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3678EB6-D2DA-4880-8EF6-496769298DF5}"/>
              </a:ext>
            </a:extLst>
          </p:cNvPr>
          <p:cNvSpPr/>
          <p:nvPr/>
        </p:nvSpPr>
        <p:spPr>
          <a:xfrm>
            <a:off x="5639236" y="3581465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.mf4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7D6030F6-A690-4854-A910-C8BC198AA6E4}"/>
              </a:ext>
            </a:extLst>
          </p:cNvPr>
          <p:cNvCxnSpPr>
            <a:stCxn id="80" idx="3"/>
            <a:endCxn id="77" idx="1"/>
          </p:cNvCxnSpPr>
          <p:nvPr/>
        </p:nvCxnSpPr>
        <p:spPr>
          <a:xfrm flipV="1">
            <a:off x="5985756" y="3783099"/>
            <a:ext cx="633808" cy="65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8F93BFD3-7845-4767-84B0-A512E305D4EA}"/>
              </a:ext>
            </a:extLst>
          </p:cNvPr>
          <p:cNvCxnSpPr>
            <a:stCxn id="80" idx="1"/>
            <a:endCxn id="75" idx="3"/>
          </p:cNvCxnSpPr>
          <p:nvPr/>
        </p:nvCxnSpPr>
        <p:spPr>
          <a:xfrm flipH="1">
            <a:off x="5029272" y="3783755"/>
            <a:ext cx="609964" cy="1609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763AB80-CEAE-453A-81E1-AD8F759FB73F}"/>
              </a:ext>
            </a:extLst>
          </p:cNvPr>
          <p:cNvCxnSpPr>
            <a:stCxn id="88" idx="2"/>
            <a:endCxn id="80" idx="0"/>
          </p:cNvCxnSpPr>
          <p:nvPr/>
        </p:nvCxnSpPr>
        <p:spPr>
          <a:xfrm>
            <a:off x="5808924" y="2641422"/>
            <a:ext cx="3572" cy="940043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99CCA429-EC20-41D4-9D0E-5323701C5B92}"/>
              </a:ext>
            </a:extLst>
          </p:cNvPr>
          <p:cNvCxnSpPr>
            <a:stCxn id="85" idx="2"/>
          </p:cNvCxnSpPr>
          <p:nvPr/>
        </p:nvCxnSpPr>
        <p:spPr>
          <a:xfrm>
            <a:off x="4113089" y="2323040"/>
            <a:ext cx="4845" cy="1091713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39345B1C-2947-42D3-907C-99164894362D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B710F685-7DEE-44D8-8A79-86BFBF28954E}"/>
              </a:ext>
            </a:extLst>
          </p:cNvPr>
          <p:cNvCxnSpPr/>
          <p:nvPr/>
        </p:nvCxnSpPr>
        <p:spPr>
          <a:xfrm>
            <a:off x="5056740" y="4055724"/>
            <a:ext cx="1562824" cy="0"/>
          </a:xfrm>
          <a:prstGeom prst="straightConnector1">
            <a:avLst/>
          </a:prstGeom>
          <a:ln>
            <a:solidFill>
              <a:schemeClr val="accent1"/>
            </a:solidFill>
            <a:headEnd type="arrow" w="lg" len="lg"/>
            <a:tailEnd type="arrow" w="lg" len="lg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87" name="Rechteck 86">
            <a:extLst>
              <a:ext uri="{FF2B5EF4-FFF2-40B4-BE49-F238E27FC236}">
                <a16:creationId xmlns:a16="http://schemas.microsoft.com/office/drawing/2014/main" id="{A065033B-59DC-4672-912F-13A1963921C3}"/>
              </a:ext>
            </a:extLst>
          </p:cNvPr>
          <p:cNvSpPr/>
          <p:nvPr/>
        </p:nvSpPr>
        <p:spPr>
          <a:xfrm>
            <a:off x="4556070" y="3420484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D38FC56B-90E7-4F2E-897B-B83BC01242C7}"/>
              </a:ext>
            </a:extLst>
          </p:cNvPr>
          <p:cNvSpPr/>
          <p:nvPr/>
        </p:nvSpPr>
        <p:spPr>
          <a:xfrm>
            <a:off x="5629546" y="2452776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61F193EA-1E68-438F-807C-6CA75C65733C}"/>
              </a:ext>
            </a:extLst>
          </p:cNvPr>
          <p:cNvSpPr/>
          <p:nvPr/>
        </p:nvSpPr>
        <p:spPr>
          <a:xfrm>
            <a:off x="5320535" y="2471447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E7E08F10-D318-4293-B98C-BAAFF24669EC}"/>
              </a:ext>
            </a:extLst>
          </p:cNvPr>
          <p:cNvCxnSpPr>
            <a:stCxn id="72" idx="3"/>
          </p:cNvCxnSpPr>
          <p:nvPr/>
        </p:nvCxnSpPr>
        <p:spPr>
          <a:xfrm flipV="1">
            <a:off x="4679651" y="2418671"/>
            <a:ext cx="594501" cy="9922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6052503B-168C-4546-AD99-E9E18A9049E6}"/>
              </a:ext>
            </a:extLst>
          </p:cNvPr>
          <p:cNvCxnSpPr>
            <a:stCxn id="85" idx="3"/>
          </p:cNvCxnSpPr>
          <p:nvPr/>
        </p:nvCxnSpPr>
        <p:spPr>
          <a:xfrm flipV="1">
            <a:off x="4286349" y="2118096"/>
            <a:ext cx="987804" cy="2655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D1D61CA7-0442-4827-A36D-7981C9D49381}"/>
              </a:ext>
            </a:extLst>
          </p:cNvPr>
          <p:cNvSpPr txBox="1"/>
          <p:nvPr/>
        </p:nvSpPr>
        <p:spPr>
          <a:xfrm>
            <a:off x="5487250" y="4114531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Tool Binding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19E4E9EE-2F36-4504-ABE3-7067EE296E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15" y="3245873"/>
            <a:ext cx="472650" cy="47265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DBE88C41-4E4E-4FC0-B488-E508A8DD55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243" y="1753486"/>
            <a:ext cx="472816" cy="472816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C6CC72F3-52BB-4227-9DDD-0B73F08153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445" y="3232216"/>
            <a:ext cx="469318" cy="469318"/>
          </a:xfrm>
          <a:prstGeom prst="rect">
            <a:avLst/>
          </a:prstGeom>
        </p:spPr>
      </p:pic>
      <p:sp>
        <p:nvSpPr>
          <p:cNvPr id="96" name="Textfeld 95">
            <a:extLst>
              <a:ext uri="{FF2B5EF4-FFF2-40B4-BE49-F238E27FC236}">
                <a16:creationId xmlns:a16="http://schemas.microsoft.com/office/drawing/2014/main" id="{0B473FF2-9B39-452A-B863-36E86FAC1F38}"/>
              </a:ext>
            </a:extLst>
          </p:cNvPr>
          <p:cNvSpPr txBox="1"/>
          <p:nvPr/>
        </p:nvSpPr>
        <p:spPr>
          <a:xfrm>
            <a:off x="4733349" y="1185621"/>
            <a:ext cx="2741374" cy="268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1pPr algn="ctr">
              <a:defRPr sz="160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Calibration</a:t>
            </a: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7" name="Picture 6" descr="AUTOSAR embedded toolchain updated">
            <a:extLst>
              <a:ext uri="{FF2B5EF4-FFF2-40B4-BE49-F238E27FC236}">
                <a16:creationId xmlns:a16="http://schemas.microsoft.com/office/drawing/2014/main" id="{25F24340-BD6C-4245-8647-F75A9C434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335" y="3914521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echteck 98">
            <a:extLst>
              <a:ext uri="{FF2B5EF4-FFF2-40B4-BE49-F238E27FC236}">
                <a16:creationId xmlns:a16="http://schemas.microsoft.com/office/drawing/2014/main" id="{4122E72E-8B45-4C80-B92F-6AE48739378B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D8650A5-9FF4-0BFF-D0CF-02FC7D1C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94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885085" y="1893388"/>
            <a:ext cx="33832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000000"/>
                </a:solidFill>
              </a:rPr>
              <a:t>Benefits: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Quickly find </a:t>
            </a:r>
            <a:r>
              <a:rPr lang="de-DE" sz="1400" dirty="0" err="1">
                <a:solidFill>
                  <a:srgbClr val="000000"/>
                </a:solidFill>
              </a:rPr>
              <a:t>information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about</a:t>
            </a:r>
            <a:r>
              <a:rPr lang="de-DE" sz="1400" dirty="0">
                <a:solidFill>
                  <a:srgbClr val="000000"/>
                </a:solidFill>
              </a:rPr>
              <a:t> SWCs (e.g., </a:t>
            </a:r>
            <a:r>
              <a:rPr lang="de-DE" sz="1400" dirty="0" err="1">
                <a:solidFill>
                  <a:srgbClr val="000000"/>
                </a:solidFill>
              </a:rPr>
              <a:t>ports</a:t>
            </a:r>
            <a:r>
              <a:rPr lang="de-DE" sz="1400" dirty="0">
                <a:solidFill>
                  <a:srgbClr val="000000"/>
                </a:solidFill>
              </a:rPr>
              <a:t>, interface </a:t>
            </a:r>
            <a:r>
              <a:rPr lang="de-DE" sz="1400" dirty="0" err="1">
                <a:solidFill>
                  <a:srgbClr val="000000"/>
                </a:solidFill>
              </a:rPr>
              <a:t>elements</a:t>
            </a:r>
            <a:r>
              <a:rPr lang="de-DE" sz="1400" dirty="0">
                <a:solidFill>
                  <a:srgbClr val="000000"/>
                </a:solidFill>
              </a:rPr>
              <a:t>) and A2L </a:t>
            </a:r>
            <a:r>
              <a:rPr lang="de-DE" sz="1400" dirty="0" err="1">
                <a:solidFill>
                  <a:srgbClr val="000000"/>
                </a:solidFill>
              </a:rPr>
              <a:t>labels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000000"/>
                </a:solidFill>
              </a:rPr>
              <a:t>Understand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dependencies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between</a:t>
            </a:r>
            <a:r>
              <a:rPr lang="de-DE" sz="1400" dirty="0">
                <a:solidFill>
                  <a:srgbClr val="000000"/>
                </a:solidFill>
              </a:rPr>
              <a:t> SWCs </a:t>
            </a:r>
            <a:r>
              <a:rPr lang="de-DE" sz="1400" dirty="0" err="1">
                <a:solidFill>
                  <a:srgbClr val="000000"/>
                </a:solidFill>
              </a:rPr>
              <a:t>though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overview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diagrams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Create INCA </a:t>
            </a:r>
            <a:r>
              <a:rPr lang="de-DE" sz="1400" dirty="0" err="1">
                <a:solidFill>
                  <a:srgbClr val="000000"/>
                </a:solidFill>
              </a:rPr>
              <a:t>experiments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with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few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clicks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„See“ live </a:t>
            </a:r>
            <a:r>
              <a:rPr lang="de-DE" sz="1400" dirty="0" err="1">
                <a:solidFill>
                  <a:srgbClr val="000000"/>
                </a:solidFill>
              </a:rPr>
              <a:t>running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values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from</a:t>
            </a:r>
            <a:r>
              <a:rPr lang="de-DE" sz="1400" dirty="0">
                <a:solidFill>
                  <a:srgbClr val="000000"/>
                </a:solidFill>
              </a:rPr>
              <a:t> INCA in AUTOSAR </a:t>
            </a:r>
            <a:r>
              <a:rPr lang="de-DE" sz="1400" dirty="0" err="1">
                <a:solidFill>
                  <a:srgbClr val="000000"/>
                </a:solidFill>
              </a:rPr>
              <a:t>architecture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visualization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000000"/>
                </a:solidFill>
              </a:rPr>
              <a:t>Utilize</a:t>
            </a:r>
            <a:r>
              <a:rPr lang="de-DE" sz="1400" dirty="0">
                <a:solidFill>
                  <a:srgbClr val="000000"/>
                </a:solidFill>
              </a:rPr>
              <a:t> EHB + MDA 8 </a:t>
            </a:r>
            <a:r>
              <a:rPr lang="de-DE" sz="1400" dirty="0" err="1">
                <a:solidFill>
                  <a:srgbClr val="000000"/>
                </a:solidFill>
              </a:rPr>
              <a:t>finding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calibration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issues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F3F618-7CB3-41CE-8DB2-AC2B8184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8" y="1710091"/>
            <a:ext cx="6085781" cy="329184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7656CC1-AD7C-424C-AA9C-14C8BC5978D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E0BA91F-3FA6-8D29-B839-676AF558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5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562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tertitel 3">
            <a:extLst>
              <a:ext uri="{FF2B5EF4-FFF2-40B4-BE49-F238E27FC236}">
                <a16:creationId xmlns:a16="http://schemas.microsoft.com/office/drawing/2014/main" id="{24034608-AD52-9EF5-0630-415857F32903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15CF8C-CB85-4A86-A38C-E62385538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0" rIns="0" bIns="0"/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36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COMPANYNAME" val="etas"/>
  <p:tag name="SAXMLTEMPLATE" val="presentation_169"/>
  <p:tag name="MLLANGUAGE" val="$sys_dokumentSprache$"/>
  <p:tag name="SAXCONVERSION" val="3"/>
  <p:tag name="MLTEMPLATEVERSION" val="2.2"/>
  <p:tag name="SAXCONVERTED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heme/theme1.xml><?xml version="1.0" encoding="utf-8"?>
<a:theme xmlns:a="http://schemas.openxmlformats.org/drawingml/2006/main" name="ETAS">
  <a:themeElements>
    <a:clrScheme name="ETAS_2022">
      <a:dk1>
        <a:srgbClr val="000000"/>
      </a:dk1>
      <a:lt1>
        <a:srgbClr val="FFFFFF"/>
      </a:lt1>
      <a:dk2>
        <a:srgbClr val="164293"/>
      </a:dk2>
      <a:lt2>
        <a:srgbClr val="89037A"/>
      </a:lt2>
      <a:accent1>
        <a:srgbClr val="164293"/>
      </a:accent1>
      <a:accent2>
        <a:srgbClr val="89037A"/>
      </a:accent2>
      <a:accent3>
        <a:srgbClr val="38B1BA"/>
      </a:accent3>
      <a:accent4>
        <a:srgbClr val="007BC2"/>
      </a:accent4>
      <a:accent5>
        <a:srgbClr val="9373B1"/>
      </a:accent5>
      <a:accent6>
        <a:srgbClr val="70CBF3"/>
      </a:accent6>
      <a:hlink>
        <a:srgbClr val="164293"/>
      </a:hlink>
      <a:folHlink>
        <a:srgbClr val="70CBF3"/>
      </a:folHlink>
    </a:clrScheme>
    <a:fontScheme name="ETAS_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AS Grau 100%">
      <a:srgbClr val="5A646E"/>
    </a:custClr>
    <a:custClr name="ETAS Grau 80%">
      <a:srgbClr val="7B838B"/>
    </a:custClr>
    <a:custClr name="ETAS Grau 60%">
      <a:srgbClr val="9CA2A8"/>
    </a:custClr>
    <a:custClr name="ETAS Grau 40%">
      <a:srgbClr val="BDC1C5"/>
    </a:custClr>
    <a:custClr name="ETAS Grau 20%">
      <a:srgbClr val="DEE0E2"/>
    </a:custClr>
    <a:custClr name="ETAS Rot 100%">
      <a:srgbClr val="E5004A"/>
    </a:custClr>
    <a:custClr name="ETAS Gelb 100%">
      <a:srgbClr val="FCCD22"/>
    </a:custClr>
    <a:custClr name="ETAS Gruen 100%">
      <a:srgbClr val="039D7C"/>
    </a:custClr>
  </a:custClrLst>
  <a:extLst>
    <a:ext uri="{05A4C25C-085E-4340-85A3-A5531E510DB2}">
      <thm15:themeFamily xmlns:thm15="http://schemas.microsoft.com/office/thememl/2012/main" name="template1.potx" id="{DDAFC261-1CA2-4A64-BB1E-AF9DB64379CD}" vid="{B9D34E2B-C1D2-40B2-8A83-73F111A640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conf_etas_internal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Footnote1</Sektion>
      <Reihenfolge/>
    </Variable>
    <Variable>
      <Name>conf_etas_internal_inv</Name>
      <OrgInhalt>Internal</OrgInhalt>
      <Wert>Internal</Wert>
      <Platzhalter>False</Platzhalter>
      <DocDatenDialog>False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Footnote1inv</Sektion>
      <Reihenfolge/>
    </Variable>
    <Variable>
      <Name>departmentshort</Name>
      <OrgInhalt>ETAS-DEV/XPC-Fe1</OrgInhalt>
      <Wert>ETAS-DEV/XPC-Fe1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conf_etas_internal</VariableVor>
        <Zwischen> | </Zwischen>
        <VariableNach>departmentshort</VariableNach>
      </Trenner>
      <InDokument>True</InDokument>
      <Sektion>Footnote1</Sektion>
      <Reihenfolge/>
    </Variable>
    <Variable>
      <Name>departmentshort_inv</Name>
      <OrgInhalt>ETAS-DEV/XPC-Fe1</OrgInhalt>
      <Wert>ETAS-DEV/XPC-Fe1</Wert>
      <Platzhalter>False</Platzhalter>
      <DocDatenDialog>False</DocDatenDialog>
      <Label>Authoring</Label>
      <FrageVar>False</FrageVar>
      <Prefix/>
      <Suffix/>
      <WegfallVar/>
      <MussFeld>False</MussFeld>
      <Trenner>
        <VariableVor>conf_etas_internal</VariableVor>
        <Zwischen> | </Zwischen>
        <VariableNach>departmentshort</VariableNach>
      </Trenner>
      <InDokument>True</InDokument>
      <Sektion>Footnote1inv</Sektion>
      <Reihenfolge/>
    </Variable>
    <Variable>
      <Name>dateformat</Name>
      <OrgInhalt>28.06.2022</OrgInhalt>
      <Wert>28.06.2022</Wert>
      <Platzhalter>False</Platzhalter>
      <DocDatenDialog>True</DocDatenDialog>
      <Label>Date</Label>
      <FrageVar>False</FrageVar>
      <Prefix/>
      <Suffix/>
      <WegfallVar/>
      <MussFeld>False</MussFeld>
      <Trenner>
        <VariableVor>conf_etas_internal</VariableVor>
        <VariableVor>departmentshort</VariableVor>
        <Zwischen> | </Zwischen>
        <VariableNach>dateformat</VariableNach>
      </Trenner>
      <InDokument>True</InDokument>
      <Sektion>Footnote1</Sektion>
      <Reihenfolge/>
    </Variable>
    <Variable>
      <Name>dateformat_inv</Name>
      <OrgInhalt>28.06.2022</OrgInhalt>
      <Wert>28.06.2022</Wert>
      <Platzhalter>False</Platzhalter>
      <DocDatenDialog>False</DocDatenDialog>
      <Label>Date</Label>
      <FrageVar>False</FrageVar>
      <Prefix/>
      <Suffix/>
      <WegfallVar/>
      <MussFeld>False</MussFeld>
      <Trenner>
        <VariableVor>conf_etas_internal</VariableVor>
        <VariableVor>departmentshort</VariableVor>
        <Zwischen> | </Zwischen>
        <VariableNach>dateformat</VariableNach>
      </Trenner>
      <InDokument>True</InDokument>
      <Sektion>Footnote1inv</Sektion>
      <Reihenfolge/>
    </Variable>
    <Variable>
      <Name>copyright_etas</Name>
      <OrgInhalt>© 2025 ETAS GmbH. All rights reserved, also regarding any disposal, exploitation, reproduction, editing, distribution, as well as in the event of applications for industrial property rights.</OrgInhalt>
      <Wert>© 2025 ETAS GmbH. All rights reserved, also regarding any disposal, exploitation, reproduction, editing, distribution, as well as in the event of applications for industrial property rights.</Wert>
      <Platzhalter>False</Platzhalter>
      <DocDatenDialog>False</DocDatenDialog>
      <Label>Copyright</Label>
      <FrageVar>False</FrageVar>
      <Prefix/>
      <Suffix/>
      <WegfallVar/>
      <MussFeld>False</MussFeld>
      <InDokument>True</InDokument>
      <Sektion>Footnote2</Sektion>
      <Reihenfolge/>
    </Variable>
    <Variable>
      <Name>copyright_etas_inv</Name>
      <OrgInhalt>© 2025 ETAS GmbH. All rights reserved, also regarding any disposal, exploitation, reproduction, editing, distribution, as well as in the event of applications for industrial property rights.</OrgInhalt>
      <Wert>© 2025 ETAS GmbH. All rights reserved, also regarding any disposal, exploitation, reproduction, editing, distribution, as well as in the event of applications for industrial property rights.</Wert>
      <Platzhalter>False</Platzhalter>
      <DocDatenDialog>False</DocDatenDialog>
      <Label>Copyright</Label>
      <FrageVar>False</FrageVar>
      <Prefix/>
      <Suffix/>
      <WegfallVar/>
      <MussFeld>False</MussFeld>
      <InDokument>True</InDokument>
      <Sektion>Footnote2inv</Sektion>
      <Reihenfolge/>
    </Variable>
  </Variablen>
</saxML>
</file>

<file path=customXml/item2.xml><?xml version="1.0" encoding="utf-8"?>
<sax_Colors>
  <Line size="7">
    <Color val="5A646E"/>
    <Color val="7B838B"/>
    <Color val="9CA2A8"/>
    <Color val="BDC1C5"/>
    <Color val="DEE0E2"/>
  </Line>
  <Line size="7">
    <Color val="E5004A"/>
    <Color val="FCCD22"/>
    <Color val="039D7C"/>
  </Line>
</sax_Colors>
</file>

<file path=customXml/itemProps1.xml><?xml version="1.0" encoding="utf-8"?>
<ds:datastoreItem xmlns:ds="http://schemas.openxmlformats.org/officeDocument/2006/customXml" ds:itemID="{1EB95CFA-6F28-41F0-8F1F-2F0D4250A25A}">
  <ds:schemaRefs/>
</ds:datastoreItem>
</file>

<file path=customXml/itemProps2.xml><?xml version="1.0" encoding="utf-8"?>
<ds:datastoreItem xmlns:ds="http://schemas.openxmlformats.org/officeDocument/2006/customXml" ds:itemID="{89200DEA-2B27-4FE5-A4C2-CAE1DE30552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351</Words>
  <Application>Microsoft Office PowerPoint</Application>
  <PresentationFormat>Benutzerdefiniert</PresentationFormat>
  <Paragraphs>106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ETAS</vt:lpstr>
      <vt:lpstr>ETAS EHANDBOOK</vt:lpstr>
      <vt:lpstr>EHB-CB: Generating EHB Containers from .arxml files only</vt:lpstr>
      <vt:lpstr>EHB-CB: Generating EHB Containers from .arxml files only</vt:lpstr>
      <vt:lpstr>EHB-NAV: Features related to AUTOSAR (Classic) support</vt:lpstr>
      <vt:lpstr>EHB-NAV: Features related to AUTOSAR (Classic) support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ETAS EHANDBOOK</dc:title>
  <dc:creator>Frey Patrick (ETAS-DEV/XPC-Fe1)</dc:creator>
  <cp:lastModifiedBy>Frey Patrick (ETAS-ICA/XPC-Fe6)</cp:lastModifiedBy>
  <cp:revision>22</cp:revision>
  <dcterms:created xsi:type="dcterms:W3CDTF">2021-01-27T07:53:21Z</dcterms:created>
  <dcterms:modified xsi:type="dcterms:W3CDTF">2025-12-13T13:34:24Z</dcterms:modified>
</cp:coreProperties>
</file>