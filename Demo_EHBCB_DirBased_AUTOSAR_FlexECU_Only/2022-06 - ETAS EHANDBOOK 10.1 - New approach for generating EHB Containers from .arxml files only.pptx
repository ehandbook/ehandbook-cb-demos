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3"/>
  </p:sldMasterIdLst>
  <p:notesMasterIdLst>
    <p:notesMasterId r:id="rId10"/>
  </p:notesMasterIdLst>
  <p:handoutMasterIdLst>
    <p:handoutMasterId r:id="rId11"/>
  </p:handoutMasterIdLst>
  <p:sldIdLst>
    <p:sldId id="256" r:id="rId4"/>
    <p:sldId id="467" r:id="rId5"/>
    <p:sldId id="474" r:id="rId6"/>
    <p:sldId id="470" r:id="rId7"/>
    <p:sldId id="473" r:id="rId8"/>
    <p:sldId id="262" r:id="rId9"/>
  </p:sldIdLst>
  <p:sldSz cx="10969625" cy="6170613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2" autoAdjust="0"/>
    <p:restoredTop sz="94660"/>
  </p:normalViewPr>
  <p:slideViewPr>
    <p:cSldViewPr snapToGrid="0">
      <p:cViewPr varScale="1">
        <p:scale>
          <a:sx n="176" d="100"/>
          <a:sy n="176" d="100"/>
        </p:scale>
        <p:origin x="3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193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8ECA3-7B96-4E30-BADD-B636FA57EA3A}" type="datetimeFigureOut">
              <a:rPr lang="en-US" sz="1000" smtClean="0"/>
              <a:t>11/24/2022</a:t>
            </a:fld>
            <a:endParaRPr lang="en-US" sz="10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A9017-B0A1-4E7D-9567-EB5C242F50F6}" type="slidenum">
              <a:rPr lang="en-US" sz="1000" smtClean="0"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0321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118F9B-3407-4BFA-A85B-B4A674746F0E}" type="datetimeFigureOut">
              <a:rPr lang="de-DE" smtClean="0"/>
              <a:t>24.11.2022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1571E-2746-427A-9453-2A5312736AD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019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ETAS Logo">
            <a:extLst>
              <a:ext uri="{FF2B5EF4-FFF2-40B4-BE49-F238E27FC236}">
                <a16:creationId xmlns:a16="http://schemas.microsoft.com/office/drawing/2014/main" id="{8AA9131E-60D1-4B8A-BCDC-6FE47FD9A44A}"/>
              </a:ext>
            </a:extLst>
          </p:cNvPr>
          <p:cNvPicPr>
            <a:picLocks noSelect="1"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9542" y="5502539"/>
            <a:ext cx="1173555" cy="335302"/>
          </a:xfrm>
          <a:prstGeom prst="rect">
            <a:avLst/>
          </a:prstGeom>
        </p:spPr>
      </p:pic>
      <p:sp>
        <p:nvSpPr>
          <p:cNvPr id="2" name="Gradient">
            <a:extLst>
              <a:ext uri="{FF2B5EF4-FFF2-40B4-BE49-F238E27FC236}">
                <a16:creationId xmlns:a16="http://schemas.microsoft.com/office/drawing/2014/main" id="{4ECF8DFB-7A33-455B-B7B7-8E9A2310BF22}"/>
              </a:ext>
            </a:extLst>
          </p:cNvPr>
          <p:cNvSpPr/>
          <p:nvPr userDrawn="1"/>
        </p:nvSpPr>
        <p:spPr>
          <a:xfrm>
            <a:off x="-1904" y="0"/>
            <a:ext cx="10971530" cy="5245419"/>
          </a:xfrm>
          <a:custGeom>
            <a:avLst/>
            <a:gdLst>
              <a:gd name="connsiteX0" fmla="*/ 0 w 10969625"/>
              <a:gd name="connsiteY0" fmla="*/ 0 h 4437574"/>
              <a:gd name="connsiteX1" fmla="*/ 10969625 w 10969625"/>
              <a:gd name="connsiteY1" fmla="*/ 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579033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23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230 h 4437574"/>
              <a:gd name="connsiteX2" fmla="*/ 10969625 w 10969625"/>
              <a:gd name="connsiteY2" fmla="*/ 3965077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5080 w 10974705"/>
              <a:gd name="connsiteY0" fmla="*/ 0 h 5202007"/>
              <a:gd name="connsiteX1" fmla="*/ 10974705 w 10974705"/>
              <a:gd name="connsiteY1" fmla="*/ 1230 h 5202007"/>
              <a:gd name="connsiteX2" fmla="*/ 10974705 w 10974705"/>
              <a:gd name="connsiteY2" fmla="*/ 3965077 h 5202007"/>
              <a:gd name="connsiteX3" fmla="*/ 0 w 10974705"/>
              <a:gd name="connsiteY3" fmla="*/ 5202007 h 5202007"/>
              <a:gd name="connsiteX4" fmla="*/ 5080 w 10974705"/>
              <a:gd name="connsiteY4" fmla="*/ 0 h 5202007"/>
              <a:gd name="connsiteX0" fmla="*/ 1905 w 10971530"/>
              <a:gd name="connsiteY0" fmla="*/ 0 h 5227319"/>
              <a:gd name="connsiteX1" fmla="*/ 10971530 w 10971530"/>
              <a:gd name="connsiteY1" fmla="*/ 1230 h 5227319"/>
              <a:gd name="connsiteX2" fmla="*/ 10971530 w 10971530"/>
              <a:gd name="connsiteY2" fmla="*/ 3965077 h 5227319"/>
              <a:gd name="connsiteX3" fmla="*/ 0 w 10971530"/>
              <a:gd name="connsiteY3" fmla="*/ 5227319 h 5227319"/>
              <a:gd name="connsiteX4" fmla="*/ 1905 w 10971530"/>
              <a:gd name="connsiteY4" fmla="*/ 0 h 5227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530" h="5227319">
                <a:moveTo>
                  <a:pt x="1905" y="0"/>
                </a:moveTo>
                <a:lnTo>
                  <a:pt x="10971530" y="1230"/>
                </a:lnTo>
                <a:lnTo>
                  <a:pt x="10971530" y="3965077"/>
                </a:lnTo>
                <a:lnTo>
                  <a:pt x="0" y="5227319"/>
                </a:lnTo>
                <a:cubicBezTo>
                  <a:pt x="1693" y="3493317"/>
                  <a:pt x="212" y="1734002"/>
                  <a:pt x="1905" y="0"/>
                </a:cubicBezTo>
                <a:close/>
              </a:path>
            </a:pathLst>
          </a:custGeom>
          <a:gradFill flip="none" rotWithShape="1">
            <a:gsLst>
              <a:gs pos="90000">
                <a:schemeClr val="accent2"/>
              </a:gs>
              <a:gs pos="10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Red Lines">
            <a:extLst>
              <a:ext uri="{FF2B5EF4-FFF2-40B4-BE49-F238E27FC236}">
                <a16:creationId xmlns:a16="http://schemas.microsoft.com/office/drawing/2014/main" id="{D81606D1-28B7-43D2-B81A-A674E38580F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013" y="2379462"/>
            <a:ext cx="11234738" cy="3859200"/>
          </a:xfrm>
          <a:prstGeom prst="rect">
            <a:avLst/>
          </a:prstGeom>
        </p:spPr>
      </p:pic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6DAEDD12-B290-4F49-AFE9-187FAD347096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21114" y="1816587"/>
            <a:ext cx="10023092" cy="59530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Subtitle (optional)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265B0DED-4496-4455-A22A-1B79C89603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800" y="1312347"/>
            <a:ext cx="10016651" cy="487313"/>
          </a:xfrm>
          <a:prstGeom prst="rect">
            <a:avLst/>
          </a:prstGeom>
          <a:noFill/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331889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39">
          <p15:clr>
            <a:srgbClr val="FBAE40"/>
          </p15:clr>
        </p15:guide>
        <p15:guide id="4" orient="horz" pos="821">
          <p15:clr>
            <a:srgbClr val="FBAE40"/>
          </p15:clr>
        </p15:guide>
        <p15:guide id="6" pos="189">
          <p15:clr>
            <a:srgbClr val="FBAE40"/>
          </p15:clr>
        </p15:guide>
        <p15:guide id="7" orient="horz" pos="15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TAS Logo">
            <a:extLst>
              <a:ext uri="{FF2B5EF4-FFF2-40B4-BE49-F238E27FC236}">
                <a16:creationId xmlns:a16="http://schemas.microsoft.com/office/drawing/2014/main" id="{9F5021ED-F60A-4EDE-831A-5638494D661F}"/>
              </a:ext>
            </a:extLst>
          </p:cNvPr>
          <p:cNvPicPr>
            <a:picLocks noSelect="1"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9542" y="5502539"/>
            <a:ext cx="1173555" cy="335302"/>
          </a:xfrm>
          <a:prstGeom prst="rect">
            <a:avLst/>
          </a:prstGeom>
        </p:spPr>
      </p:pic>
      <p:sp>
        <p:nvSpPr>
          <p:cNvPr id="10" name="Gradient">
            <a:extLst>
              <a:ext uri="{FF2B5EF4-FFF2-40B4-BE49-F238E27FC236}">
                <a16:creationId xmlns:a16="http://schemas.microsoft.com/office/drawing/2014/main" id="{F086DED8-5CD2-405D-8021-C795BA03A5C3}"/>
              </a:ext>
            </a:extLst>
          </p:cNvPr>
          <p:cNvSpPr/>
          <p:nvPr userDrawn="1"/>
        </p:nvSpPr>
        <p:spPr>
          <a:xfrm>
            <a:off x="-8706" y="3345397"/>
            <a:ext cx="10991150" cy="2341930"/>
          </a:xfrm>
          <a:custGeom>
            <a:avLst/>
            <a:gdLst>
              <a:gd name="connsiteX0" fmla="*/ 0 w 10969625"/>
              <a:gd name="connsiteY0" fmla="*/ 0 h 4437574"/>
              <a:gd name="connsiteX1" fmla="*/ 10969625 w 10969625"/>
              <a:gd name="connsiteY1" fmla="*/ 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579033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521682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73533"/>
              <a:gd name="connsiteY0" fmla="*/ 0 h 3535443"/>
              <a:gd name="connsiteX1" fmla="*/ 10973533 w 10973533"/>
              <a:gd name="connsiteY1" fmla="*/ 619551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3533"/>
              <a:gd name="connsiteY0" fmla="*/ 0 h 3535443"/>
              <a:gd name="connsiteX1" fmla="*/ 10946179 w 10973533"/>
              <a:gd name="connsiteY1" fmla="*/ 1150592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3533"/>
              <a:gd name="connsiteY0" fmla="*/ 0 h 3535443"/>
              <a:gd name="connsiteX1" fmla="*/ 10950087 w 10973533"/>
              <a:gd name="connsiteY1" fmla="*/ 1214573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3533"/>
              <a:gd name="connsiteY0" fmla="*/ 0 h 3535443"/>
              <a:gd name="connsiteX1" fmla="*/ 10957902 w 10973533"/>
              <a:gd name="connsiteY1" fmla="*/ 1540875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3533"/>
              <a:gd name="connsiteY0" fmla="*/ 0 h 3535443"/>
              <a:gd name="connsiteX1" fmla="*/ 10953994 w 10973533"/>
              <a:gd name="connsiteY1" fmla="*/ 1911964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3533"/>
              <a:gd name="connsiteY0" fmla="*/ 0 h 3535443"/>
              <a:gd name="connsiteX1" fmla="*/ 10961810 w 10973533"/>
              <a:gd name="connsiteY1" fmla="*/ 1822392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7441"/>
              <a:gd name="connsiteY0" fmla="*/ 0 h 3791367"/>
              <a:gd name="connsiteX1" fmla="*/ 10965718 w 10977441"/>
              <a:gd name="connsiteY1" fmla="*/ 2078316 h 3791367"/>
              <a:gd name="connsiteX2" fmla="*/ 10977441 w 10977441"/>
              <a:gd name="connsiteY2" fmla="*/ 3791367 h 3791367"/>
              <a:gd name="connsiteX3" fmla="*/ 7816 w 10977441"/>
              <a:gd name="connsiteY3" fmla="*/ 3791367 h 3791367"/>
              <a:gd name="connsiteX4" fmla="*/ 0 w 10977441"/>
              <a:gd name="connsiteY4" fmla="*/ 0 h 3791367"/>
              <a:gd name="connsiteX0" fmla="*/ 0 w 10977441"/>
              <a:gd name="connsiteY0" fmla="*/ 0 h 3791367"/>
              <a:gd name="connsiteX1" fmla="*/ 10975245 w 10977441"/>
              <a:gd name="connsiteY1" fmla="*/ 2080916 h 3791367"/>
              <a:gd name="connsiteX2" fmla="*/ 10977441 w 10977441"/>
              <a:gd name="connsiteY2" fmla="*/ 3791367 h 3791367"/>
              <a:gd name="connsiteX3" fmla="*/ 7816 w 10977441"/>
              <a:gd name="connsiteY3" fmla="*/ 3791367 h 3791367"/>
              <a:gd name="connsiteX4" fmla="*/ 0 w 10977441"/>
              <a:gd name="connsiteY4" fmla="*/ 0 h 3791367"/>
              <a:gd name="connsiteX0" fmla="*/ 0 w 10980617"/>
              <a:gd name="connsiteY0" fmla="*/ 0 h 3799165"/>
              <a:gd name="connsiteX1" fmla="*/ 10975245 w 10980617"/>
              <a:gd name="connsiteY1" fmla="*/ 2080916 h 3799165"/>
              <a:gd name="connsiteX2" fmla="*/ 10980617 w 10980617"/>
              <a:gd name="connsiteY2" fmla="*/ 3799165 h 3799165"/>
              <a:gd name="connsiteX3" fmla="*/ 7816 w 10980617"/>
              <a:gd name="connsiteY3" fmla="*/ 3791367 h 3799165"/>
              <a:gd name="connsiteX4" fmla="*/ 0 w 10980617"/>
              <a:gd name="connsiteY4" fmla="*/ 0 h 3799165"/>
              <a:gd name="connsiteX0" fmla="*/ 0 w 10980617"/>
              <a:gd name="connsiteY0" fmla="*/ 0 h 3799165"/>
              <a:gd name="connsiteX1" fmla="*/ 10975245 w 10980617"/>
              <a:gd name="connsiteY1" fmla="*/ 2080916 h 3799165"/>
              <a:gd name="connsiteX2" fmla="*/ 10980617 w 10980617"/>
              <a:gd name="connsiteY2" fmla="*/ 3799165 h 3799165"/>
              <a:gd name="connsiteX3" fmla="*/ 4641 w 10980617"/>
              <a:gd name="connsiteY3" fmla="*/ 3799163 h 3799165"/>
              <a:gd name="connsiteX4" fmla="*/ 0 w 10980617"/>
              <a:gd name="connsiteY4" fmla="*/ 0 h 3799165"/>
              <a:gd name="connsiteX0" fmla="*/ 0 w 10980617"/>
              <a:gd name="connsiteY0" fmla="*/ 0 h 3804362"/>
              <a:gd name="connsiteX1" fmla="*/ 10975245 w 10980617"/>
              <a:gd name="connsiteY1" fmla="*/ 2080916 h 3804362"/>
              <a:gd name="connsiteX2" fmla="*/ 10980617 w 10980617"/>
              <a:gd name="connsiteY2" fmla="*/ 3799165 h 3804362"/>
              <a:gd name="connsiteX3" fmla="*/ 1464 w 10980617"/>
              <a:gd name="connsiteY3" fmla="*/ 3804362 h 3804362"/>
              <a:gd name="connsiteX4" fmla="*/ 0 w 10980617"/>
              <a:gd name="connsiteY4" fmla="*/ 0 h 3804362"/>
              <a:gd name="connsiteX0" fmla="*/ 0 w 10980617"/>
              <a:gd name="connsiteY0" fmla="*/ 0 h 3804362"/>
              <a:gd name="connsiteX1" fmla="*/ 10975245 w 10980617"/>
              <a:gd name="connsiteY1" fmla="*/ 2080916 h 3804362"/>
              <a:gd name="connsiteX2" fmla="*/ 10980617 w 10980617"/>
              <a:gd name="connsiteY2" fmla="*/ 3799165 h 3804362"/>
              <a:gd name="connsiteX3" fmla="*/ 1464 w 10980617"/>
              <a:gd name="connsiteY3" fmla="*/ 3804362 h 3804362"/>
              <a:gd name="connsiteX4" fmla="*/ 0 w 10980617"/>
              <a:gd name="connsiteY4" fmla="*/ 0 h 3804362"/>
              <a:gd name="connsiteX0" fmla="*/ 2976 w 10979359"/>
              <a:gd name="connsiteY0" fmla="*/ 0 h 3314000"/>
              <a:gd name="connsiteX1" fmla="*/ 10973987 w 10979359"/>
              <a:gd name="connsiteY1" fmla="*/ 1590554 h 3314000"/>
              <a:gd name="connsiteX2" fmla="*/ 10979359 w 10979359"/>
              <a:gd name="connsiteY2" fmla="*/ 3308803 h 3314000"/>
              <a:gd name="connsiteX3" fmla="*/ 206 w 10979359"/>
              <a:gd name="connsiteY3" fmla="*/ 3314000 h 3314000"/>
              <a:gd name="connsiteX4" fmla="*/ 2976 w 10979359"/>
              <a:gd name="connsiteY4" fmla="*/ 0 h 3314000"/>
              <a:gd name="connsiteX0" fmla="*/ 2976 w 10979359"/>
              <a:gd name="connsiteY0" fmla="*/ 0 h 3226674"/>
              <a:gd name="connsiteX1" fmla="*/ 10973987 w 10979359"/>
              <a:gd name="connsiteY1" fmla="*/ 1503228 h 3226674"/>
              <a:gd name="connsiteX2" fmla="*/ 10979359 w 10979359"/>
              <a:gd name="connsiteY2" fmla="*/ 3221477 h 3226674"/>
              <a:gd name="connsiteX3" fmla="*/ 206 w 10979359"/>
              <a:gd name="connsiteY3" fmla="*/ 3226674 h 3226674"/>
              <a:gd name="connsiteX4" fmla="*/ 2976 w 10979359"/>
              <a:gd name="connsiteY4" fmla="*/ 0 h 3226674"/>
              <a:gd name="connsiteX0" fmla="*/ 23 w 10979582"/>
              <a:gd name="connsiteY0" fmla="*/ 0 h 3216472"/>
              <a:gd name="connsiteX1" fmla="*/ 10974210 w 10979582"/>
              <a:gd name="connsiteY1" fmla="*/ 1493026 h 3216472"/>
              <a:gd name="connsiteX2" fmla="*/ 10979582 w 10979582"/>
              <a:gd name="connsiteY2" fmla="*/ 3211275 h 3216472"/>
              <a:gd name="connsiteX3" fmla="*/ 429 w 10979582"/>
              <a:gd name="connsiteY3" fmla="*/ 3216472 h 3216472"/>
              <a:gd name="connsiteX4" fmla="*/ 23 w 10979582"/>
              <a:gd name="connsiteY4" fmla="*/ 0 h 3216472"/>
              <a:gd name="connsiteX0" fmla="*/ 0 w 10987498"/>
              <a:gd name="connsiteY0" fmla="*/ 0 h 3221573"/>
              <a:gd name="connsiteX1" fmla="*/ 10982126 w 10987498"/>
              <a:gd name="connsiteY1" fmla="*/ 1498127 h 3221573"/>
              <a:gd name="connsiteX2" fmla="*/ 10987498 w 10987498"/>
              <a:gd name="connsiteY2" fmla="*/ 3216376 h 3221573"/>
              <a:gd name="connsiteX3" fmla="*/ 8345 w 10987498"/>
              <a:gd name="connsiteY3" fmla="*/ 3221573 h 3221573"/>
              <a:gd name="connsiteX4" fmla="*/ 0 w 10987498"/>
              <a:gd name="connsiteY4" fmla="*/ 0 h 3221573"/>
              <a:gd name="connsiteX0" fmla="*/ 0 w 10989085"/>
              <a:gd name="connsiteY0" fmla="*/ 0 h 3226674"/>
              <a:gd name="connsiteX1" fmla="*/ 10983713 w 10989085"/>
              <a:gd name="connsiteY1" fmla="*/ 1503228 h 3226674"/>
              <a:gd name="connsiteX2" fmla="*/ 10989085 w 10989085"/>
              <a:gd name="connsiteY2" fmla="*/ 3221477 h 3226674"/>
              <a:gd name="connsiteX3" fmla="*/ 9932 w 10989085"/>
              <a:gd name="connsiteY3" fmla="*/ 3226674 h 3226674"/>
              <a:gd name="connsiteX4" fmla="*/ 0 w 10989085"/>
              <a:gd name="connsiteY4" fmla="*/ 0 h 3226674"/>
              <a:gd name="connsiteX0" fmla="*/ 10983713 w 11075169"/>
              <a:gd name="connsiteY0" fmla="*/ 1503228 h 3226674"/>
              <a:gd name="connsiteX1" fmla="*/ 10989085 w 11075169"/>
              <a:gd name="connsiteY1" fmla="*/ 3221477 h 3226674"/>
              <a:gd name="connsiteX2" fmla="*/ 9932 w 11075169"/>
              <a:gd name="connsiteY2" fmla="*/ 3226674 h 3226674"/>
              <a:gd name="connsiteX3" fmla="*/ 0 w 11075169"/>
              <a:gd name="connsiteY3" fmla="*/ 0 h 3226674"/>
              <a:gd name="connsiteX4" fmla="*/ 11075169 w 11075169"/>
              <a:gd name="connsiteY4" fmla="*/ 1638175 h 3226674"/>
              <a:gd name="connsiteX0" fmla="*/ 10983713 w 10990487"/>
              <a:gd name="connsiteY0" fmla="*/ 1503228 h 3226674"/>
              <a:gd name="connsiteX1" fmla="*/ 10989085 w 10990487"/>
              <a:gd name="connsiteY1" fmla="*/ 3221477 h 3226674"/>
              <a:gd name="connsiteX2" fmla="*/ 9932 w 10990487"/>
              <a:gd name="connsiteY2" fmla="*/ 3226674 h 3226674"/>
              <a:gd name="connsiteX3" fmla="*/ 0 w 10990487"/>
              <a:gd name="connsiteY3" fmla="*/ 0 h 3226674"/>
              <a:gd name="connsiteX4" fmla="*/ 10990487 w 10990487"/>
              <a:gd name="connsiteY4" fmla="*/ 357429 h 3226674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2841758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48583 h 4321049"/>
              <a:gd name="connsiteX4" fmla="*/ 10982019 w 10989085"/>
              <a:gd name="connsiteY4" fmla="*/ 0 h 4321049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48583 h 4321049"/>
              <a:gd name="connsiteX4" fmla="*/ 10982019 w 10989085"/>
              <a:gd name="connsiteY4" fmla="*/ 0 h 4321049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54624 h 4321049"/>
              <a:gd name="connsiteX4" fmla="*/ 10982019 w 10989085"/>
              <a:gd name="connsiteY4" fmla="*/ 0 h 4321049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51603 h 4321049"/>
              <a:gd name="connsiteX4" fmla="*/ 10982019 w 10989085"/>
              <a:gd name="connsiteY4" fmla="*/ 0 h 4321049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48583 h 4321049"/>
              <a:gd name="connsiteX4" fmla="*/ 10982019 w 10989085"/>
              <a:gd name="connsiteY4" fmla="*/ 0 h 4321049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48583 h 4321049"/>
              <a:gd name="connsiteX4" fmla="*/ 10982019 w 10989085"/>
              <a:gd name="connsiteY4" fmla="*/ 0 h 4321049"/>
              <a:gd name="connsiteX0" fmla="*/ 10982479 w 10987851"/>
              <a:gd name="connsiteY0" fmla="*/ 1751811 h 4321049"/>
              <a:gd name="connsiteX1" fmla="*/ 10987851 w 10987851"/>
              <a:gd name="connsiteY1" fmla="*/ 2841758 h 4321049"/>
              <a:gd name="connsiteX2" fmla="*/ 229 w 10987851"/>
              <a:gd name="connsiteY2" fmla="*/ 4321049 h 4321049"/>
              <a:gd name="connsiteX3" fmla="*/ 2367 w 10987851"/>
              <a:gd name="connsiteY3" fmla="*/ 241733 h 4321049"/>
              <a:gd name="connsiteX4" fmla="*/ 10980785 w 10987851"/>
              <a:gd name="connsiteY4" fmla="*/ 0 h 4321049"/>
              <a:gd name="connsiteX0" fmla="*/ 10987313 w 10992685"/>
              <a:gd name="connsiteY0" fmla="*/ 1751811 h 4321049"/>
              <a:gd name="connsiteX1" fmla="*/ 10992685 w 10992685"/>
              <a:gd name="connsiteY1" fmla="*/ 2841758 h 4321049"/>
              <a:gd name="connsiteX2" fmla="*/ 5063 w 10992685"/>
              <a:gd name="connsiteY2" fmla="*/ 4321049 h 4321049"/>
              <a:gd name="connsiteX3" fmla="*/ 0 w 10992685"/>
              <a:gd name="connsiteY3" fmla="*/ 214333 h 4321049"/>
              <a:gd name="connsiteX4" fmla="*/ 10985619 w 10992685"/>
              <a:gd name="connsiteY4" fmla="*/ 0 h 4321049"/>
              <a:gd name="connsiteX0" fmla="*/ 10987313 w 10992685"/>
              <a:gd name="connsiteY0" fmla="*/ 1751811 h 4659077"/>
              <a:gd name="connsiteX1" fmla="*/ 10992685 w 10992685"/>
              <a:gd name="connsiteY1" fmla="*/ 2841758 h 4659077"/>
              <a:gd name="connsiteX2" fmla="*/ 10144 w 10992685"/>
              <a:gd name="connsiteY2" fmla="*/ 4659077 h 4659077"/>
              <a:gd name="connsiteX3" fmla="*/ 0 w 10992685"/>
              <a:gd name="connsiteY3" fmla="*/ 214333 h 4659077"/>
              <a:gd name="connsiteX4" fmla="*/ 10985619 w 10992685"/>
              <a:gd name="connsiteY4" fmla="*/ 0 h 4659077"/>
              <a:gd name="connsiteX0" fmla="*/ 10983640 w 10989012"/>
              <a:gd name="connsiteY0" fmla="*/ 1751811 h 4659077"/>
              <a:gd name="connsiteX1" fmla="*/ 10989012 w 10989012"/>
              <a:gd name="connsiteY1" fmla="*/ 2841758 h 4659077"/>
              <a:gd name="connsiteX2" fmla="*/ 6471 w 10989012"/>
              <a:gd name="connsiteY2" fmla="*/ 4659077 h 4659077"/>
              <a:gd name="connsiteX3" fmla="*/ 0 w 10989012"/>
              <a:gd name="connsiteY3" fmla="*/ 485843 h 4659077"/>
              <a:gd name="connsiteX4" fmla="*/ 10981946 w 10989012"/>
              <a:gd name="connsiteY4" fmla="*/ 0 h 4659077"/>
              <a:gd name="connsiteX0" fmla="*/ 10983640 w 10989012"/>
              <a:gd name="connsiteY0" fmla="*/ 1810496 h 4717762"/>
              <a:gd name="connsiteX1" fmla="*/ 10989012 w 10989012"/>
              <a:gd name="connsiteY1" fmla="*/ 2900443 h 4717762"/>
              <a:gd name="connsiteX2" fmla="*/ 6471 w 10989012"/>
              <a:gd name="connsiteY2" fmla="*/ 4717762 h 4717762"/>
              <a:gd name="connsiteX3" fmla="*/ 0 w 10989012"/>
              <a:gd name="connsiteY3" fmla="*/ 544528 h 4717762"/>
              <a:gd name="connsiteX4" fmla="*/ 10988297 w 10989012"/>
              <a:gd name="connsiteY4" fmla="*/ 0 h 4717762"/>
              <a:gd name="connsiteX0" fmla="*/ 10983640 w 10989012"/>
              <a:gd name="connsiteY0" fmla="*/ 1810496 h 5454663"/>
              <a:gd name="connsiteX1" fmla="*/ 10989012 w 10989012"/>
              <a:gd name="connsiteY1" fmla="*/ 2900443 h 5454663"/>
              <a:gd name="connsiteX2" fmla="*/ 2812 w 10989012"/>
              <a:gd name="connsiteY2" fmla="*/ 5454663 h 5454663"/>
              <a:gd name="connsiteX3" fmla="*/ 0 w 10989012"/>
              <a:gd name="connsiteY3" fmla="*/ 544528 h 5454663"/>
              <a:gd name="connsiteX4" fmla="*/ 10988297 w 10989012"/>
              <a:gd name="connsiteY4" fmla="*/ 0 h 5454663"/>
              <a:gd name="connsiteX0" fmla="*/ 10983640 w 10989012"/>
              <a:gd name="connsiteY0" fmla="*/ 1810496 h 5596633"/>
              <a:gd name="connsiteX1" fmla="*/ 10989012 w 10989012"/>
              <a:gd name="connsiteY1" fmla="*/ 2900443 h 5596633"/>
              <a:gd name="connsiteX2" fmla="*/ 6471 w 10989012"/>
              <a:gd name="connsiteY2" fmla="*/ 5596633 h 5596633"/>
              <a:gd name="connsiteX3" fmla="*/ 0 w 10989012"/>
              <a:gd name="connsiteY3" fmla="*/ 544528 h 5596633"/>
              <a:gd name="connsiteX4" fmla="*/ 10988297 w 10989012"/>
              <a:gd name="connsiteY4" fmla="*/ 0 h 5596633"/>
              <a:gd name="connsiteX0" fmla="*/ 10983640 w 10989012"/>
              <a:gd name="connsiteY0" fmla="*/ 1810496 h 5596633"/>
              <a:gd name="connsiteX1" fmla="*/ 10989012 w 10989012"/>
              <a:gd name="connsiteY1" fmla="*/ 2900444 h 5596633"/>
              <a:gd name="connsiteX2" fmla="*/ 6471 w 10989012"/>
              <a:gd name="connsiteY2" fmla="*/ 5596633 h 5596633"/>
              <a:gd name="connsiteX3" fmla="*/ 0 w 10989012"/>
              <a:gd name="connsiteY3" fmla="*/ 544528 h 5596633"/>
              <a:gd name="connsiteX4" fmla="*/ 10988297 w 10989012"/>
              <a:gd name="connsiteY4" fmla="*/ 0 h 5596633"/>
              <a:gd name="connsiteX0" fmla="*/ 10983640 w 10992671"/>
              <a:gd name="connsiteY0" fmla="*/ 1810496 h 5596633"/>
              <a:gd name="connsiteX1" fmla="*/ 10992671 w 10992671"/>
              <a:gd name="connsiteY1" fmla="*/ 3562978 h 5596633"/>
              <a:gd name="connsiteX2" fmla="*/ 6471 w 10992671"/>
              <a:gd name="connsiteY2" fmla="*/ 5596633 h 5596633"/>
              <a:gd name="connsiteX3" fmla="*/ 0 w 10992671"/>
              <a:gd name="connsiteY3" fmla="*/ 544528 h 5596633"/>
              <a:gd name="connsiteX4" fmla="*/ 10988297 w 10992671"/>
              <a:gd name="connsiteY4" fmla="*/ 0 h 5596633"/>
              <a:gd name="connsiteX0" fmla="*/ 10983640 w 10992671"/>
              <a:gd name="connsiteY0" fmla="*/ 1810496 h 5596633"/>
              <a:gd name="connsiteX1" fmla="*/ 10992671 w 10992671"/>
              <a:gd name="connsiteY1" fmla="*/ 3562978 h 5596633"/>
              <a:gd name="connsiteX2" fmla="*/ 6471 w 10992671"/>
              <a:gd name="connsiteY2" fmla="*/ 5596633 h 5596633"/>
              <a:gd name="connsiteX3" fmla="*/ 0 w 10992671"/>
              <a:gd name="connsiteY3" fmla="*/ 544528 h 5596633"/>
              <a:gd name="connsiteX4" fmla="*/ 10988297 w 10992671"/>
              <a:gd name="connsiteY4" fmla="*/ 0 h 5596633"/>
              <a:gd name="connsiteX0" fmla="*/ 10983640 w 10992671"/>
              <a:gd name="connsiteY0" fmla="*/ 1810496 h 5387055"/>
              <a:gd name="connsiteX1" fmla="*/ 10992671 w 10992671"/>
              <a:gd name="connsiteY1" fmla="*/ 3562978 h 5387055"/>
              <a:gd name="connsiteX2" fmla="*/ 10129 w 10992671"/>
              <a:gd name="connsiteY2" fmla="*/ 5387055 h 5387055"/>
              <a:gd name="connsiteX3" fmla="*/ 0 w 10992671"/>
              <a:gd name="connsiteY3" fmla="*/ 544528 h 5387055"/>
              <a:gd name="connsiteX4" fmla="*/ 10988297 w 10992671"/>
              <a:gd name="connsiteY4" fmla="*/ 0 h 5387055"/>
              <a:gd name="connsiteX0" fmla="*/ 10983640 w 10992671"/>
              <a:gd name="connsiteY0" fmla="*/ 1810496 h 5387055"/>
              <a:gd name="connsiteX1" fmla="*/ 10992671 w 10992671"/>
              <a:gd name="connsiteY1" fmla="*/ 3562978 h 5387055"/>
              <a:gd name="connsiteX2" fmla="*/ 10129 w 10992671"/>
              <a:gd name="connsiteY2" fmla="*/ 5387055 h 5387055"/>
              <a:gd name="connsiteX3" fmla="*/ 0 w 10992671"/>
              <a:gd name="connsiteY3" fmla="*/ 544528 h 5387055"/>
              <a:gd name="connsiteX4" fmla="*/ 10988297 w 10992671"/>
              <a:gd name="connsiteY4" fmla="*/ 0 h 5387055"/>
              <a:gd name="connsiteX0" fmla="*/ 10983640 w 10989012"/>
              <a:gd name="connsiteY0" fmla="*/ 1810496 h 5387055"/>
              <a:gd name="connsiteX1" fmla="*/ 10989012 w 10989012"/>
              <a:gd name="connsiteY1" fmla="*/ 3299315 h 5387055"/>
              <a:gd name="connsiteX2" fmla="*/ 10129 w 10989012"/>
              <a:gd name="connsiteY2" fmla="*/ 5387055 h 5387055"/>
              <a:gd name="connsiteX3" fmla="*/ 0 w 10989012"/>
              <a:gd name="connsiteY3" fmla="*/ 544528 h 5387055"/>
              <a:gd name="connsiteX4" fmla="*/ 10988297 w 10989012"/>
              <a:gd name="connsiteY4" fmla="*/ 0 h 5387055"/>
              <a:gd name="connsiteX0" fmla="*/ 10983640 w 10989012"/>
              <a:gd name="connsiteY0" fmla="*/ 1810496 h 4988181"/>
              <a:gd name="connsiteX1" fmla="*/ 10989012 w 10989012"/>
              <a:gd name="connsiteY1" fmla="*/ 3299315 h 4988181"/>
              <a:gd name="connsiteX2" fmla="*/ 13786 w 10989012"/>
              <a:gd name="connsiteY2" fmla="*/ 4988181 h 4988181"/>
              <a:gd name="connsiteX3" fmla="*/ 0 w 10989012"/>
              <a:gd name="connsiteY3" fmla="*/ 544528 h 4988181"/>
              <a:gd name="connsiteX4" fmla="*/ 10988297 w 10989012"/>
              <a:gd name="connsiteY4" fmla="*/ 0 h 4988181"/>
              <a:gd name="connsiteX0" fmla="*/ 10983640 w 10989012"/>
              <a:gd name="connsiteY0" fmla="*/ 1810496 h 4988181"/>
              <a:gd name="connsiteX1" fmla="*/ 10989012 w 10989012"/>
              <a:gd name="connsiteY1" fmla="*/ 3299315 h 4988181"/>
              <a:gd name="connsiteX2" fmla="*/ 6470 w 10989012"/>
              <a:gd name="connsiteY2" fmla="*/ 4988181 h 4988181"/>
              <a:gd name="connsiteX3" fmla="*/ 0 w 10989012"/>
              <a:gd name="connsiteY3" fmla="*/ 544528 h 4988181"/>
              <a:gd name="connsiteX4" fmla="*/ 10988297 w 10989012"/>
              <a:gd name="connsiteY4" fmla="*/ 0 h 4988181"/>
              <a:gd name="connsiteX0" fmla="*/ 10983640 w 10989012"/>
              <a:gd name="connsiteY0" fmla="*/ 1810496 h 4907053"/>
              <a:gd name="connsiteX1" fmla="*/ 10989012 w 10989012"/>
              <a:gd name="connsiteY1" fmla="*/ 3299315 h 4907053"/>
              <a:gd name="connsiteX2" fmla="*/ 10128 w 10989012"/>
              <a:gd name="connsiteY2" fmla="*/ 4907053 h 4907053"/>
              <a:gd name="connsiteX3" fmla="*/ 0 w 10989012"/>
              <a:gd name="connsiteY3" fmla="*/ 544528 h 4907053"/>
              <a:gd name="connsiteX4" fmla="*/ 10988297 w 10989012"/>
              <a:gd name="connsiteY4" fmla="*/ 0 h 4907053"/>
              <a:gd name="connsiteX0" fmla="*/ 10983640 w 10989012"/>
              <a:gd name="connsiteY0" fmla="*/ 1810496 h 4907053"/>
              <a:gd name="connsiteX1" fmla="*/ 10989012 w 10989012"/>
              <a:gd name="connsiteY1" fmla="*/ 3089739 h 4907053"/>
              <a:gd name="connsiteX2" fmla="*/ 10128 w 10989012"/>
              <a:gd name="connsiteY2" fmla="*/ 4907053 h 4907053"/>
              <a:gd name="connsiteX3" fmla="*/ 0 w 10989012"/>
              <a:gd name="connsiteY3" fmla="*/ 544528 h 4907053"/>
              <a:gd name="connsiteX4" fmla="*/ 10988297 w 10989012"/>
              <a:gd name="connsiteY4" fmla="*/ 0 h 4907053"/>
              <a:gd name="connsiteX0" fmla="*/ 10983640 w 10989012"/>
              <a:gd name="connsiteY0" fmla="*/ 1810496 h 4907053"/>
              <a:gd name="connsiteX1" fmla="*/ 10989012 w 10989012"/>
              <a:gd name="connsiteY1" fmla="*/ 3035654 h 4907053"/>
              <a:gd name="connsiteX2" fmla="*/ 10128 w 10989012"/>
              <a:gd name="connsiteY2" fmla="*/ 4907053 h 4907053"/>
              <a:gd name="connsiteX3" fmla="*/ 0 w 10989012"/>
              <a:gd name="connsiteY3" fmla="*/ 544528 h 4907053"/>
              <a:gd name="connsiteX4" fmla="*/ 10988297 w 10989012"/>
              <a:gd name="connsiteY4" fmla="*/ 0 h 4907053"/>
              <a:gd name="connsiteX0" fmla="*/ 10983640 w 10989012"/>
              <a:gd name="connsiteY0" fmla="*/ 1810496 h 4873250"/>
              <a:gd name="connsiteX1" fmla="*/ 10989012 w 10989012"/>
              <a:gd name="connsiteY1" fmla="*/ 3035654 h 4873250"/>
              <a:gd name="connsiteX2" fmla="*/ 10128 w 10989012"/>
              <a:gd name="connsiteY2" fmla="*/ 4873250 h 4873250"/>
              <a:gd name="connsiteX3" fmla="*/ 0 w 10989012"/>
              <a:gd name="connsiteY3" fmla="*/ 544528 h 4873250"/>
              <a:gd name="connsiteX4" fmla="*/ 10988297 w 10989012"/>
              <a:gd name="connsiteY4" fmla="*/ 0 h 4873250"/>
              <a:gd name="connsiteX0" fmla="*/ 10983640 w 10989012"/>
              <a:gd name="connsiteY0" fmla="*/ 1265968 h 4328722"/>
              <a:gd name="connsiteX1" fmla="*/ 10989012 w 10989012"/>
              <a:gd name="connsiteY1" fmla="*/ 2491126 h 4328722"/>
              <a:gd name="connsiteX2" fmla="*/ 10128 w 10989012"/>
              <a:gd name="connsiteY2" fmla="*/ 4328722 h 4328722"/>
              <a:gd name="connsiteX3" fmla="*/ 0 w 10989012"/>
              <a:gd name="connsiteY3" fmla="*/ 0 h 4328722"/>
              <a:gd name="connsiteX4" fmla="*/ 10988297 w 10989012"/>
              <a:gd name="connsiteY4" fmla="*/ 4976 h 4328722"/>
              <a:gd name="connsiteX0" fmla="*/ 10983640 w 10989012"/>
              <a:gd name="connsiteY0" fmla="*/ 1265968 h 4328722"/>
              <a:gd name="connsiteX1" fmla="*/ 10989012 w 10989012"/>
              <a:gd name="connsiteY1" fmla="*/ 2491126 h 4328722"/>
              <a:gd name="connsiteX2" fmla="*/ 10128 w 10989012"/>
              <a:gd name="connsiteY2" fmla="*/ 4328722 h 4328722"/>
              <a:gd name="connsiteX3" fmla="*/ 0 w 10989012"/>
              <a:gd name="connsiteY3" fmla="*/ 0 h 4328722"/>
              <a:gd name="connsiteX4" fmla="*/ 10988297 w 10989012"/>
              <a:gd name="connsiteY4" fmla="*/ 22581 h 4328722"/>
              <a:gd name="connsiteX0" fmla="*/ 10983640 w 10993060"/>
              <a:gd name="connsiteY0" fmla="*/ 1265968 h 4328722"/>
              <a:gd name="connsiteX1" fmla="*/ 10989012 w 10993060"/>
              <a:gd name="connsiteY1" fmla="*/ 2491126 h 4328722"/>
              <a:gd name="connsiteX2" fmla="*/ 10128 w 10993060"/>
              <a:gd name="connsiteY2" fmla="*/ 4328722 h 4328722"/>
              <a:gd name="connsiteX3" fmla="*/ 0 w 10993060"/>
              <a:gd name="connsiteY3" fmla="*/ 0 h 4328722"/>
              <a:gd name="connsiteX4" fmla="*/ 10993060 w 10993060"/>
              <a:gd name="connsiteY4" fmla="*/ 16713 h 4328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3060" h="4328722">
                <a:moveTo>
                  <a:pt x="10983640" y="1265968"/>
                </a:moveTo>
                <a:cubicBezTo>
                  <a:pt x="10987548" y="1836985"/>
                  <a:pt x="10985104" y="1920109"/>
                  <a:pt x="10989012" y="2491126"/>
                </a:cubicBezTo>
                <a:cubicBezTo>
                  <a:pt x="7392320" y="3234363"/>
                  <a:pt x="3690960" y="3822104"/>
                  <a:pt x="10128" y="4328722"/>
                </a:cubicBezTo>
                <a:cubicBezTo>
                  <a:pt x="8825" y="3150241"/>
                  <a:pt x="1303" y="1178481"/>
                  <a:pt x="0" y="0"/>
                </a:cubicBezTo>
                <a:cubicBezTo>
                  <a:pt x="15705" y="1274"/>
                  <a:pt x="10993060" y="16713"/>
                  <a:pt x="10993060" y="16713"/>
                </a:cubicBezTo>
              </a:path>
            </a:pathLst>
          </a:custGeom>
          <a:gradFill flip="none" rotWithShape="1">
            <a:gsLst>
              <a:gs pos="90000">
                <a:schemeClr val="accent2"/>
              </a:gs>
              <a:gs pos="10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Image">
            <a:extLst>
              <a:ext uri="{FF2B5EF4-FFF2-40B4-BE49-F238E27FC236}">
                <a16:creationId xmlns:a16="http://schemas.microsoft.com/office/drawing/2014/main" id="{06D3D6BA-7AEF-4952-BE93-CD62014E38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4025" y="1"/>
            <a:ext cx="11012550" cy="3354102"/>
          </a:xfrm>
          <a:custGeom>
            <a:avLst/>
            <a:gdLst>
              <a:gd name="connsiteX0" fmla="*/ 0 w 10972800"/>
              <a:gd name="connsiteY0" fmla="*/ 0 h 2851150"/>
              <a:gd name="connsiteX1" fmla="*/ 10972800 w 10972800"/>
              <a:gd name="connsiteY1" fmla="*/ 0 h 2851150"/>
              <a:gd name="connsiteX2" fmla="*/ 10972800 w 10972800"/>
              <a:gd name="connsiteY2" fmla="*/ 2725327 h 2851150"/>
              <a:gd name="connsiteX3" fmla="*/ 10943164 w 10972800"/>
              <a:gd name="connsiteY3" fmla="*/ 2725682 h 2851150"/>
              <a:gd name="connsiteX4" fmla="*/ 470816 w 10972800"/>
              <a:gd name="connsiteY4" fmla="*/ 2850525 h 2851150"/>
              <a:gd name="connsiteX5" fmla="*/ 417185 w 10972800"/>
              <a:gd name="connsiteY5" fmla="*/ 2851150 h 2851150"/>
              <a:gd name="connsiteX6" fmla="*/ 0 w 10972800"/>
              <a:gd name="connsiteY6" fmla="*/ 2851150 h 2851150"/>
              <a:gd name="connsiteX0" fmla="*/ 1586 w 10974386"/>
              <a:gd name="connsiteY0" fmla="*/ 0 h 3003550"/>
              <a:gd name="connsiteX1" fmla="*/ 10974386 w 10974386"/>
              <a:gd name="connsiteY1" fmla="*/ 0 h 3003550"/>
              <a:gd name="connsiteX2" fmla="*/ 10974386 w 10974386"/>
              <a:gd name="connsiteY2" fmla="*/ 2725327 h 3003550"/>
              <a:gd name="connsiteX3" fmla="*/ 10944750 w 10974386"/>
              <a:gd name="connsiteY3" fmla="*/ 2725682 h 3003550"/>
              <a:gd name="connsiteX4" fmla="*/ 472402 w 10974386"/>
              <a:gd name="connsiteY4" fmla="*/ 2850525 h 3003550"/>
              <a:gd name="connsiteX5" fmla="*/ 418771 w 10974386"/>
              <a:gd name="connsiteY5" fmla="*/ 2851150 h 3003550"/>
              <a:gd name="connsiteX6" fmla="*/ 0 w 10974386"/>
              <a:gd name="connsiteY6" fmla="*/ 3003550 h 3003550"/>
              <a:gd name="connsiteX7" fmla="*/ 1586 w 10974386"/>
              <a:gd name="connsiteY7" fmla="*/ 0 h 3003550"/>
              <a:gd name="connsiteX0" fmla="*/ 1586 w 10974386"/>
              <a:gd name="connsiteY0" fmla="*/ 0 h 3003550"/>
              <a:gd name="connsiteX1" fmla="*/ 10974386 w 10974386"/>
              <a:gd name="connsiteY1" fmla="*/ 0 h 3003550"/>
              <a:gd name="connsiteX2" fmla="*/ 10974386 w 10974386"/>
              <a:gd name="connsiteY2" fmla="*/ 2725327 h 3003550"/>
              <a:gd name="connsiteX3" fmla="*/ 10944750 w 10974386"/>
              <a:gd name="connsiteY3" fmla="*/ 2725682 h 3003550"/>
              <a:gd name="connsiteX4" fmla="*/ 472402 w 10974386"/>
              <a:gd name="connsiteY4" fmla="*/ 2850525 h 3003550"/>
              <a:gd name="connsiteX5" fmla="*/ 423527 w 10974386"/>
              <a:gd name="connsiteY5" fmla="*/ 2984500 h 3003550"/>
              <a:gd name="connsiteX6" fmla="*/ 0 w 10974386"/>
              <a:gd name="connsiteY6" fmla="*/ 3003550 h 3003550"/>
              <a:gd name="connsiteX7" fmla="*/ 1586 w 10974386"/>
              <a:gd name="connsiteY7" fmla="*/ 0 h 3003550"/>
              <a:gd name="connsiteX0" fmla="*/ 1586 w 10974386"/>
              <a:gd name="connsiteY0" fmla="*/ 0 h 3003550"/>
              <a:gd name="connsiteX1" fmla="*/ 10974386 w 10974386"/>
              <a:gd name="connsiteY1" fmla="*/ 0 h 3003550"/>
              <a:gd name="connsiteX2" fmla="*/ 10974386 w 10974386"/>
              <a:gd name="connsiteY2" fmla="*/ 2725327 h 3003550"/>
              <a:gd name="connsiteX3" fmla="*/ 10944750 w 10974386"/>
              <a:gd name="connsiteY3" fmla="*/ 2725682 h 3003550"/>
              <a:gd name="connsiteX4" fmla="*/ 540576 w 10974386"/>
              <a:gd name="connsiteY4" fmla="*/ 2987050 h 3003550"/>
              <a:gd name="connsiteX5" fmla="*/ 423527 w 10974386"/>
              <a:gd name="connsiteY5" fmla="*/ 2984500 h 3003550"/>
              <a:gd name="connsiteX6" fmla="*/ 0 w 10974386"/>
              <a:gd name="connsiteY6" fmla="*/ 3003550 h 3003550"/>
              <a:gd name="connsiteX7" fmla="*/ 1586 w 10974386"/>
              <a:gd name="connsiteY7" fmla="*/ 0 h 3003550"/>
              <a:gd name="connsiteX0" fmla="*/ 1586 w 10974386"/>
              <a:gd name="connsiteY0" fmla="*/ 0 h 3033712"/>
              <a:gd name="connsiteX1" fmla="*/ 10974386 w 10974386"/>
              <a:gd name="connsiteY1" fmla="*/ 0 h 3033712"/>
              <a:gd name="connsiteX2" fmla="*/ 10974386 w 10974386"/>
              <a:gd name="connsiteY2" fmla="*/ 2725327 h 3033712"/>
              <a:gd name="connsiteX3" fmla="*/ 10944750 w 10974386"/>
              <a:gd name="connsiteY3" fmla="*/ 2725682 h 3033712"/>
              <a:gd name="connsiteX4" fmla="*/ 540576 w 10974386"/>
              <a:gd name="connsiteY4" fmla="*/ 2987050 h 3033712"/>
              <a:gd name="connsiteX5" fmla="*/ 423527 w 10974386"/>
              <a:gd name="connsiteY5" fmla="*/ 2984500 h 3033712"/>
              <a:gd name="connsiteX6" fmla="*/ 0 w 10974386"/>
              <a:gd name="connsiteY6" fmla="*/ 3033712 h 3033712"/>
              <a:gd name="connsiteX7" fmla="*/ 1586 w 10974386"/>
              <a:gd name="connsiteY7" fmla="*/ 0 h 3033712"/>
              <a:gd name="connsiteX0" fmla="*/ 1586 w 10974386"/>
              <a:gd name="connsiteY0" fmla="*/ 0 h 3033712"/>
              <a:gd name="connsiteX1" fmla="*/ 10974386 w 10974386"/>
              <a:gd name="connsiteY1" fmla="*/ 0 h 3033712"/>
              <a:gd name="connsiteX2" fmla="*/ 10974386 w 10974386"/>
              <a:gd name="connsiteY2" fmla="*/ 2725327 h 3033712"/>
              <a:gd name="connsiteX3" fmla="*/ 10944750 w 10974386"/>
              <a:gd name="connsiteY3" fmla="*/ 2725682 h 3033712"/>
              <a:gd name="connsiteX4" fmla="*/ 540576 w 10974386"/>
              <a:gd name="connsiteY4" fmla="*/ 2987050 h 3033712"/>
              <a:gd name="connsiteX5" fmla="*/ 418771 w 10974386"/>
              <a:gd name="connsiteY5" fmla="*/ 3011488 h 3033712"/>
              <a:gd name="connsiteX6" fmla="*/ 0 w 10974386"/>
              <a:gd name="connsiteY6" fmla="*/ 3033712 h 3033712"/>
              <a:gd name="connsiteX7" fmla="*/ 1586 w 10974386"/>
              <a:gd name="connsiteY7" fmla="*/ 0 h 3033712"/>
              <a:gd name="connsiteX0" fmla="*/ 1586 w 10974386"/>
              <a:gd name="connsiteY0" fmla="*/ 0 h 3033712"/>
              <a:gd name="connsiteX1" fmla="*/ 10974386 w 10974386"/>
              <a:gd name="connsiteY1" fmla="*/ 0 h 3033712"/>
              <a:gd name="connsiteX2" fmla="*/ 10974386 w 10974386"/>
              <a:gd name="connsiteY2" fmla="*/ 2725327 h 3033712"/>
              <a:gd name="connsiteX3" fmla="*/ 10944750 w 10974386"/>
              <a:gd name="connsiteY3" fmla="*/ 2725682 h 3033712"/>
              <a:gd name="connsiteX4" fmla="*/ 546918 w 10974386"/>
              <a:gd name="connsiteY4" fmla="*/ 3012450 h 3033712"/>
              <a:gd name="connsiteX5" fmla="*/ 418771 w 10974386"/>
              <a:gd name="connsiteY5" fmla="*/ 3011488 h 3033712"/>
              <a:gd name="connsiteX6" fmla="*/ 0 w 10974386"/>
              <a:gd name="connsiteY6" fmla="*/ 3033712 h 3033712"/>
              <a:gd name="connsiteX7" fmla="*/ 1586 w 10974386"/>
              <a:gd name="connsiteY7" fmla="*/ 0 h 3033712"/>
              <a:gd name="connsiteX0" fmla="*/ 1586 w 10974386"/>
              <a:gd name="connsiteY0" fmla="*/ 0 h 3033712"/>
              <a:gd name="connsiteX1" fmla="*/ 10974386 w 10974386"/>
              <a:gd name="connsiteY1" fmla="*/ 0 h 3033712"/>
              <a:gd name="connsiteX2" fmla="*/ 10974386 w 10974386"/>
              <a:gd name="connsiteY2" fmla="*/ 2725327 h 3033712"/>
              <a:gd name="connsiteX3" fmla="*/ 10944750 w 10974386"/>
              <a:gd name="connsiteY3" fmla="*/ 2725682 h 3033712"/>
              <a:gd name="connsiteX4" fmla="*/ 546918 w 10974386"/>
              <a:gd name="connsiteY4" fmla="*/ 3012450 h 3033712"/>
              <a:gd name="connsiteX5" fmla="*/ 0 w 10974386"/>
              <a:gd name="connsiteY5" fmla="*/ 3033712 h 3033712"/>
              <a:gd name="connsiteX6" fmla="*/ 1586 w 10974386"/>
              <a:gd name="connsiteY6" fmla="*/ 0 h 3033712"/>
              <a:gd name="connsiteX0" fmla="*/ 5239 w 10978039"/>
              <a:gd name="connsiteY0" fmla="*/ 0 h 3355581"/>
              <a:gd name="connsiteX1" fmla="*/ 10978039 w 10978039"/>
              <a:gd name="connsiteY1" fmla="*/ 0 h 3355581"/>
              <a:gd name="connsiteX2" fmla="*/ 10978039 w 10978039"/>
              <a:gd name="connsiteY2" fmla="*/ 2725327 h 3355581"/>
              <a:gd name="connsiteX3" fmla="*/ 10948403 w 10978039"/>
              <a:gd name="connsiteY3" fmla="*/ 2725682 h 3355581"/>
              <a:gd name="connsiteX4" fmla="*/ 550571 w 10978039"/>
              <a:gd name="connsiteY4" fmla="*/ 3012450 h 3355581"/>
              <a:gd name="connsiteX5" fmla="*/ 0 w 10978039"/>
              <a:gd name="connsiteY5" fmla="*/ 3355581 h 3355581"/>
              <a:gd name="connsiteX6" fmla="*/ 5239 w 10978039"/>
              <a:gd name="connsiteY6" fmla="*/ 0 h 3355581"/>
              <a:gd name="connsiteX0" fmla="*/ 5239 w 10978039"/>
              <a:gd name="connsiteY0" fmla="*/ 0 h 3355581"/>
              <a:gd name="connsiteX1" fmla="*/ 10978039 w 10978039"/>
              <a:gd name="connsiteY1" fmla="*/ 0 h 3355581"/>
              <a:gd name="connsiteX2" fmla="*/ 10978039 w 10978039"/>
              <a:gd name="connsiteY2" fmla="*/ 2725327 h 3355581"/>
              <a:gd name="connsiteX3" fmla="*/ 10948403 w 10978039"/>
              <a:gd name="connsiteY3" fmla="*/ 2725682 h 3355581"/>
              <a:gd name="connsiteX4" fmla="*/ 550571 w 10978039"/>
              <a:gd name="connsiteY4" fmla="*/ 3012450 h 3355581"/>
              <a:gd name="connsiteX5" fmla="*/ 0 w 10978039"/>
              <a:gd name="connsiteY5" fmla="*/ 3355581 h 3355581"/>
              <a:gd name="connsiteX6" fmla="*/ 5239 w 10978039"/>
              <a:gd name="connsiteY6" fmla="*/ 0 h 3355581"/>
              <a:gd name="connsiteX0" fmla="*/ 5239 w 10978039"/>
              <a:gd name="connsiteY0" fmla="*/ 0 h 3355581"/>
              <a:gd name="connsiteX1" fmla="*/ 10978039 w 10978039"/>
              <a:gd name="connsiteY1" fmla="*/ 0 h 3355581"/>
              <a:gd name="connsiteX2" fmla="*/ 10978039 w 10978039"/>
              <a:gd name="connsiteY2" fmla="*/ 2725327 h 3355581"/>
              <a:gd name="connsiteX3" fmla="*/ 10948403 w 10978039"/>
              <a:gd name="connsiteY3" fmla="*/ 2725682 h 3355581"/>
              <a:gd name="connsiteX4" fmla="*/ 0 w 10978039"/>
              <a:gd name="connsiteY4" fmla="*/ 3355581 h 3355581"/>
              <a:gd name="connsiteX5" fmla="*/ 5239 w 10978039"/>
              <a:gd name="connsiteY5" fmla="*/ 0 h 3355581"/>
              <a:gd name="connsiteX0" fmla="*/ 5239 w 10978039"/>
              <a:gd name="connsiteY0" fmla="*/ 0 h 3355581"/>
              <a:gd name="connsiteX1" fmla="*/ 10978039 w 10978039"/>
              <a:gd name="connsiteY1" fmla="*/ 0 h 3355581"/>
              <a:gd name="connsiteX2" fmla="*/ 10978039 w 10978039"/>
              <a:gd name="connsiteY2" fmla="*/ 2725327 h 3355581"/>
              <a:gd name="connsiteX3" fmla="*/ 10970319 w 10978039"/>
              <a:gd name="connsiteY3" fmla="*/ 3047550 h 3355581"/>
              <a:gd name="connsiteX4" fmla="*/ 0 w 10978039"/>
              <a:gd name="connsiteY4" fmla="*/ 3355581 h 3355581"/>
              <a:gd name="connsiteX5" fmla="*/ 5239 w 10978039"/>
              <a:gd name="connsiteY5" fmla="*/ 0 h 3355581"/>
              <a:gd name="connsiteX0" fmla="*/ 5239 w 10978039"/>
              <a:gd name="connsiteY0" fmla="*/ 0 h 3355581"/>
              <a:gd name="connsiteX1" fmla="*/ 10978039 w 10978039"/>
              <a:gd name="connsiteY1" fmla="*/ 0 h 3355581"/>
              <a:gd name="connsiteX2" fmla="*/ 10970319 w 10978039"/>
              <a:gd name="connsiteY2" fmla="*/ 3047550 h 3355581"/>
              <a:gd name="connsiteX3" fmla="*/ 0 w 10978039"/>
              <a:gd name="connsiteY3" fmla="*/ 3355581 h 3355581"/>
              <a:gd name="connsiteX4" fmla="*/ 5239 w 10978039"/>
              <a:gd name="connsiteY4" fmla="*/ 0 h 3355581"/>
              <a:gd name="connsiteX0" fmla="*/ 5239 w 10999717"/>
              <a:gd name="connsiteY0" fmla="*/ 0 h 3355581"/>
              <a:gd name="connsiteX1" fmla="*/ 10978039 w 10999717"/>
              <a:gd name="connsiteY1" fmla="*/ 0 h 3355581"/>
              <a:gd name="connsiteX2" fmla="*/ 10999542 w 10999717"/>
              <a:gd name="connsiteY2" fmla="*/ 3051207 h 3355581"/>
              <a:gd name="connsiteX3" fmla="*/ 0 w 10999717"/>
              <a:gd name="connsiteY3" fmla="*/ 3355581 h 3355581"/>
              <a:gd name="connsiteX4" fmla="*/ 5239 w 10999717"/>
              <a:gd name="connsiteY4" fmla="*/ 0 h 3355581"/>
              <a:gd name="connsiteX0" fmla="*/ 5239 w 10999717"/>
              <a:gd name="connsiteY0" fmla="*/ 0 h 3380761"/>
              <a:gd name="connsiteX1" fmla="*/ 10978039 w 10999717"/>
              <a:gd name="connsiteY1" fmla="*/ 0 h 3380761"/>
              <a:gd name="connsiteX2" fmla="*/ 10999542 w 10999717"/>
              <a:gd name="connsiteY2" fmla="*/ 3350927 h 3380761"/>
              <a:gd name="connsiteX3" fmla="*/ 0 w 10999717"/>
              <a:gd name="connsiteY3" fmla="*/ 3355581 h 3380761"/>
              <a:gd name="connsiteX4" fmla="*/ 5239 w 10999717"/>
              <a:gd name="connsiteY4" fmla="*/ 0 h 3380761"/>
              <a:gd name="connsiteX0" fmla="*/ 5239 w 10999717"/>
              <a:gd name="connsiteY0" fmla="*/ 0 h 3355581"/>
              <a:gd name="connsiteX1" fmla="*/ 10978039 w 10999717"/>
              <a:gd name="connsiteY1" fmla="*/ 0 h 3355581"/>
              <a:gd name="connsiteX2" fmla="*/ 10999542 w 10999717"/>
              <a:gd name="connsiteY2" fmla="*/ 3350927 h 3355581"/>
              <a:gd name="connsiteX3" fmla="*/ 0 w 10999717"/>
              <a:gd name="connsiteY3" fmla="*/ 3355581 h 3355581"/>
              <a:gd name="connsiteX4" fmla="*/ 5239 w 10999717"/>
              <a:gd name="connsiteY4" fmla="*/ 0 h 3355581"/>
              <a:gd name="connsiteX0" fmla="*/ 5239 w 10999717"/>
              <a:gd name="connsiteY0" fmla="*/ 0 h 3363583"/>
              <a:gd name="connsiteX1" fmla="*/ 10978039 w 10999717"/>
              <a:gd name="connsiteY1" fmla="*/ 0 h 3363583"/>
              <a:gd name="connsiteX2" fmla="*/ 10999542 w 10999717"/>
              <a:gd name="connsiteY2" fmla="*/ 3350927 h 3363583"/>
              <a:gd name="connsiteX3" fmla="*/ 0 w 10999717"/>
              <a:gd name="connsiteY3" fmla="*/ 3355581 h 3363583"/>
              <a:gd name="connsiteX4" fmla="*/ 5239 w 10999717"/>
              <a:gd name="connsiteY4" fmla="*/ 0 h 3363583"/>
              <a:gd name="connsiteX0" fmla="*/ 5239 w 10999717"/>
              <a:gd name="connsiteY0" fmla="*/ 0 h 3355581"/>
              <a:gd name="connsiteX1" fmla="*/ 10978039 w 10999717"/>
              <a:gd name="connsiteY1" fmla="*/ 0 h 3355581"/>
              <a:gd name="connsiteX2" fmla="*/ 10999542 w 10999717"/>
              <a:gd name="connsiteY2" fmla="*/ 3350927 h 3355581"/>
              <a:gd name="connsiteX3" fmla="*/ 0 w 10999717"/>
              <a:gd name="connsiteY3" fmla="*/ 3355581 h 3355581"/>
              <a:gd name="connsiteX4" fmla="*/ 5239 w 10999717"/>
              <a:gd name="connsiteY4" fmla="*/ 0 h 3355581"/>
              <a:gd name="connsiteX0" fmla="*/ 5239 w 10999717"/>
              <a:gd name="connsiteY0" fmla="*/ 0 h 3350927"/>
              <a:gd name="connsiteX1" fmla="*/ 10978039 w 10999717"/>
              <a:gd name="connsiteY1" fmla="*/ 0 h 3350927"/>
              <a:gd name="connsiteX2" fmla="*/ 10999542 w 10999717"/>
              <a:gd name="connsiteY2" fmla="*/ 3350927 h 3350927"/>
              <a:gd name="connsiteX3" fmla="*/ 0 w 10999717"/>
              <a:gd name="connsiteY3" fmla="*/ 3349231 h 3350927"/>
              <a:gd name="connsiteX4" fmla="*/ 5239 w 10999717"/>
              <a:gd name="connsiteY4" fmla="*/ 0 h 3350927"/>
              <a:gd name="connsiteX0" fmla="*/ 5239 w 10999717"/>
              <a:gd name="connsiteY0" fmla="*/ 0 h 3350927"/>
              <a:gd name="connsiteX1" fmla="*/ 10978039 w 10999717"/>
              <a:gd name="connsiteY1" fmla="*/ 0 h 3350927"/>
              <a:gd name="connsiteX2" fmla="*/ 10999542 w 10999717"/>
              <a:gd name="connsiteY2" fmla="*/ 3350927 h 3350927"/>
              <a:gd name="connsiteX3" fmla="*/ 0 w 10999717"/>
              <a:gd name="connsiteY3" fmla="*/ 3349231 h 3350927"/>
              <a:gd name="connsiteX4" fmla="*/ 5239 w 10999717"/>
              <a:gd name="connsiteY4" fmla="*/ 0 h 3350927"/>
              <a:gd name="connsiteX0" fmla="*/ 5239 w 10998142"/>
              <a:gd name="connsiteY0" fmla="*/ 0 h 3354102"/>
              <a:gd name="connsiteX1" fmla="*/ 10978039 w 10998142"/>
              <a:gd name="connsiteY1" fmla="*/ 0 h 3354102"/>
              <a:gd name="connsiteX2" fmla="*/ 10997957 w 10998142"/>
              <a:gd name="connsiteY2" fmla="*/ 3354102 h 3354102"/>
              <a:gd name="connsiteX3" fmla="*/ 0 w 10998142"/>
              <a:gd name="connsiteY3" fmla="*/ 3349231 h 3354102"/>
              <a:gd name="connsiteX4" fmla="*/ 5239 w 10998142"/>
              <a:gd name="connsiteY4" fmla="*/ 0 h 3354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8142" h="3354102">
                <a:moveTo>
                  <a:pt x="5239" y="0"/>
                </a:moveTo>
                <a:lnTo>
                  <a:pt x="10978039" y="0"/>
                </a:lnTo>
                <a:cubicBezTo>
                  <a:pt x="10975466" y="1015850"/>
                  <a:pt x="11000530" y="2338252"/>
                  <a:pt x="10997957" y="3354102"/>
                </a:cubicBezTo>
                <a:lnTo>
                  <a:pt x="0" y="3349231"/>
                </a:lnTo>
                <a:cubicBezTo>
                  <a:pt x="0" y="2398848"/>
                  <a:pt x="5239" y="950383"/>
                  <a:pt x="5239" y="0"/>
                </a:cubicBezTo>
                <a:close/>
              </a:path>
            </a:pathLst>
          </a:custGeom>
          <a:ln>
            <a:noFill/>
          </a:ln>
        </p:spPr>
        <p:txBody>
          <a:bodyPr wrap="square" lIns="324000" tIns="72000" rIns="0">
            <a:noAutofit/>
          </a:bodyPr>
          <a:lstStyle>
            <a:lvl1pPr marL="0" indent="0">
              <a:buNone/>
              <a:defRPr lang="de-DE" sz="1100" smtClean="0">
                <a:effectLst/>
              </a:defRPr>
            </a:lvl1pPr>
          </a:lstStyle>
          <a:p>
            <a:r>
              <a:rPr lang="en-US" sz="1100" b="0" i="0" u="none" strike="noStrike" baseline="0" noProof="1">
                <a:solidFill>
                  <a:srgbClr val="000000"/>
                </a:solidFill>
                <a:latin typeface="Arial" panose="020B0604020202020204" pitchFamily="34" charset="0"/>
              </a:rPr>
              <a:t>Please insert picture – you can find pictures and graphics in the media database of the ETAS brand portal</a:t>
            </a:r>
          </a:p>
        </p:txBody>
      </p:sp>
      <p:sp>
        <p:nvSpPr>
          <p:cNvPr id="51" name="Gradient transparent">
            <a:extLst>
              <a:ext uri="{FF2B5EF4-FFF2-40B4-BE49-F238E27FC236}">
                <a16:creationId xmlns:a16="http://schemas.microsoft.com/office/drawing/2014/main" id="{EF6AD849-63E0-45B5-A5FB-AC0EBCC1FE5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4025" y="2480063"/>
            <a:ext cx="10990703" cy="875518"/>
          </a:xfrm>
          <a:custGeom>
            <a:avLst/>
            <a:gdLst>
              <a:gd name="connsiteX0" fmla="*/ 0 w 10987088"/>
              <a:gd name="connsiteY0" fmla="*/ 0 h 503238"/>
              <a:gd name="connsiteX1" fmla="*/ 10987088 w 10987088"/>
              <a:gd name="connsiteY1" fmla="*/ 0 h 503238"/>
              <a:gd name="connsiteX2" fmla="*/ 10987088 w 10987088"/>
              <a:gd name="connsiteY2" fmla="*/ 503238 h 503238"/>
              <a:gd name="connsiteX3" fmla="*/ 0 w 10987088"/>
              <a:gd name="connsiteY3" fmla="*/ 503238 h 503238"/>
              <a:gd name="connsiteX4" fmla="*/ 0 w 10987088"/>
              <a:gd name="connsiteY4" fmla="*/ 0 h 503238"/>
              <a:gd name="connsiteX0" fmla="*/ 0 w 10987088"/>
              <a:gd name="connsiteY0" fmla="*/ 402167 h 905405"/>
              <a:gd name="connsiteX1" fmla="*/ 10978621 w 10987088"/>
              <a:gd name="connsiteY1" fmla="*/ 0 h 905405"/>
              <a:gd name="connsiteX2" fmla="*/ 10987088 w 10987088"/>
              <a:gd name="connsiteY2" fmla="*/ 905405 h 905405"/>
              <a:gd name="connsiteX3" fmla="*/ 0 w 10987088"/>
              <a:gd name="connsiteY3" fmla="*/ 905405 h 905405"/>
              <a:gd name="connsiteX4" fmla="*/ 0 w 10987088"/>
              <a:gd name="connsiteY4" fmla="*/ 402167 h 905405"/>
              <a:gd name="connsiteX0" fmla="*/ 0 w 10991321"/>
              <a:gd name="connsiteY0" fmla="*/ 402167 h 905405"/>
              <a:gd name="connsiteX1" fmla="*/ 10978621 w 10991321"/>
              <a:gd name="connsiteY1" fmla="*/ 0 h 905405"/>
              <a:gd name="connsiteX2" fmla="*/ 10991321 w 10991321"/>
              <a:gd name="connsiteY2" fmla="*/ 778405 h 905405"/>
              <a:gd name="connsiteX3" fmla="*/ 0 w 10991321"/>
              <a:gd name="connsiteY3" fmla="*/ 905405 h 905405"/>
              <a:gd name="connsiteX4" fmla="*/ 0 w 10991321"/>
              <a:gd name="connsiteY4" fmla="*/ 402167 h 905405"/>
              <a:gd name="connsiteX0" fmla="*/ 0 w 10991321"/>
              <a:gd name="connsiteY0" fmla="*/ 402167 h 905405"/>
              <a:gd name="connsiteX1" fmla="*/ 10978621 w 10991321"/>
              <a:gd name="connsiteY1" fmla="*/ 0 h 905405"/>
              <a:gd name="connsiteX2" fmla="*/ 10991321 w 10991321"/>
              <a:gd name="connsiteY2" fmla="*/ 697842 h 905405"/>
              <a:gd name="connsiteX3" fmla="*/ 0 w 10991321"/>
              <a:gd name="connsiteY3" fmla="*/ 905405 h 905405"/>
              <a:gd name="connsiteX4" fmla="*/ 0 w 10991321"/>
              <a:gd name="connsiteY4" fmla="*/ 402167 h 905405"/>
              <a:gd name="connsiteX0" fmla="*/ 0 w 10991321"/>
              <a:gd name="connsiteY0" fmla="*/ 717090 h 1220328"/>
              <a:gd name="connsiteX1" fmla="*/ 10987075 w 10991321"/>
              <a:gd name="connsiteY1" fmla="*/ 0 h 1220328"/>
              <a:gd name="connsiteX2" fmla="*/ 10991321 w 10991321"/>
              <a:gd name="connsiteY2" fmla="*/ 1012765 h 1220328"/>
              <a:gd name="connsiteX3" fmla="*/ 0 w 10991321"/>
              <a:gd name="connsiteY3" fmla="*/ 1220328 h 1220328"/>
              <a:gd name="connsiteX4" fmla="*/ 0 w 10991321"/>
              <a:gd name="connsiteY4" fmla="*/ 717090 h 1220328"/>
              <a:gd name="connsiteX0" fmla="*/ 0 w 10991321"/>
              <a:gd name="connsiteY0" fmla="*/ 717090 h 1455396"/>
              <a:gd name="connsiteX1" fmla="*/ 10987075 w 10991321"/>
              <a:gd name="connsiteY1" fmla="*/ 0 h 1455396"/>
              <a:gd name="connsiteX2" fmla="*/ 10991321 w 10991321"/>
              <a:gd name="connsiteY2" fmla="*/ 1012765 h 1455396"/>
              <a:gd name="connsiteX3" fmla="*/ 18334 w 10991321"/>
              <a:gd name="connsiteY3" fmla="*/ 1455396 h 1455396"/>
              <a:gd name="connsiteX4" fmla="*/ 0 w 10991321"/>
              <a:gd name="connsiteY4" fmla="*/ 717090 h 1455396"/>
              <a:gd name="connsiteX0" fmla="*/ 0 w 10987654"/>
              <a:gd name="connsiteY0" fmla="*/ 1015689 h 1455396"/>
              <a:gd name="connsiteX1" fmla="*/ 10983408 w 10987654"/>
              <a:gd name="connsiteY1" fmla="*/ 0 h 1455396"/>
              <a:gd name="connsiteX2" fmla="*/ 10987654 w 10987654"/>
              <a:gd name="connsiteY2" fmla="*/ 1012765 h 1455396"/>
              <a:gd name="connsiteX3" fmla="*/ 14667 w 10987654"/>
              <a:gd name="connsiteY3" fmla="*/ 1455396 h 1455396"/>
              <a:gd name="connsiteX4" fmla="*/ 0 w 10987654"/>
              <a:gd name="connsiteY4" fmla="*/ 1015689 h 1455396"/>
              <a:gd name="connsiteX0" fmla="*/ 0 w 10987654"/>
              <a:gd name="connsiteY0" fmla="*/ 1015689 h 1455396"/>
              <a:gd name="connsiteX1" fmla="*/ 10983408 w 10987654"/>
              <a:gd name="connsiteY1" fmla="*/ 0 h 1455396"/>
              <a:gd name="connsiteX2" fmla="*/ 10987654 w 10987654"/>
              <a:gd name="connsiteY2" fmla="*/ 1012765 h 1455396"/>
              <a:gd name="connsiteX3" fmla="*/ 3667 w 10987654"/>
              <a:gd name="connsiteY3" fmla="*/ 1455396 h 1455396"/>
              <a:gd name="connsiteX4" fmla="*/ 0 w 10987654"/>
              <a:gd name="connsiteY4" fmla="*/ 1015689 h 1455396"/>
              <a:gd name="connsiteX0" fmla="*/ 352 w 10984340"/>
              <a:gd name="connsiteY0" fmla="*/ 1098281 h 1455396"/>
              <a:gd name="connsiteX1" fmla="*/ 10980094 w 10984340"/>
              <a:gd name="connsiteY1" fmla="*/ 0 h 1455396"/>
              <a:gd name="connsiteX2" fmla="*/ 10984340 w 10984340"/>
              <a:gd name="connsiteY2" fmla="*/ 1012765 h 1455396"/>
              <a:gd name="connsiteX3" fmla="*/ 353 w 10984340"/>
              <a:gd name="connsiteY3" fmla="*/ 1455396 h 1455396"/>
              <a:gd name="connsiteX4" fmla="*/ 352 w 10984340"/>
              <a:gd name="connsiteY4" fmla="*/ 1098281 h 1455396"/>
              <a:gd name="connsiteX0" fmla="*/ 8024 w 10992012"/>
              <a:gd name="connsiteY0" fmla="*/ 1098281 h 1455396"/>
              <a:gd name="connsiteX1" fmla="*/ 10987766 w 10992012"/>
              <a:gd name="connsiteY1" fmla="*/ 0 h 1455396"/>
              <a:gd name="connsiteX2" fmla="*/ 10992012 w 10992012"/>
              <a:gd name="connsiteY2" fmla="*/ 1012765 h 1455396"/>
              <a:gd name="connsiteX3" fmla="*/ 100 w 10992012"/>
              <a:gd name="connsiteY3" fmla="*/ 1455396 h 1455396"/>
              <a:gd name="connsiteX4" fmla="*/ 8024 w 10992012"/>
              <a:gd name="connsiteY4" fmla="*/ 1098281 h 1455396"/>
              <a:gd name="connsiteX0" fmla="*/ 1818 w 10985806"/>
              <a:gd name="connsiteY0" fmla="*/ 1098281 h 1469129"/>
              <a:gd name="connsiteX1" fmla="*/ 10981560 w 10985806"/>
              <a:gd name="connsiteY1" fmla="*/ 0 h 1469129"/>
              <a:gd name="connsiteX2" fmla="*/ 10985806 w 10985806"/>
              <a:gd name="connsiteY2" fmla="*/ 1012765 h 1469129"/>
              <a:gd name="connsiteX3" fmla="*/ 234 w 10985806"/>
              <a:gd name="connsiteY3" fmla="*/ 1469129 h 1469129"/>
              <a:gd name="connsiteX4" fmla="*/ 1818 w 10985806"/>
              <a:gd name="connsiteY4" fmla="*/ 1098281 h 1469129"/>
              <a:gd name="connsiteX0" fmla="*/ 1818 w 10985806"/>
              <a:gd name="connsiteY0" fmla="*/ 1098281 h 1477367"/>
              <a:gd name="connsiteX1" fmla="*/ 10981560 w 10985806"/>
              <a:gd name="connsiteY1" fmla="*/ 0 h 1477367"/>
              <a:gd name="connsiteX2" fmla="*/ 10985806 w 10985806"/>
              <a:gd name="connsiteY2" fmla="*/ 1012765 h 1477367"/>
              <a:gd name="connsiteX3" fmla="*/ 234 w 10985806"/>
              <a:gd name="connsiteY3" fmla="*/ 1477367 h 1477367"/>
              <a:gd name="connsiteX4" fmla="*/ 1818 w 10985806"/>
              <a:gd name="connsiteY4" fmla="*/ 1098281 h 1477367"/>
              <a:gd name="connsiteX0" fmla="*/ 1818 w 10985806"/>
              <a:gd name="connsiteY0" fmla="*/ 1098281 h 1493846"/>
              <a:gd name="connsiteX1" fmla="*/ 10981560 w 10985806"/>
              <a:gd name="connsiteY1" fmla="*/ 0 h 1493846"/>
              <a:gd name="connsiteX2" fmla="*/ 10985806 w 10985806"/>
              <a:gd name="connsiteY2" fmla="*/ 1012765 h 1493846"/>
              <a:gd name="connsiteX3" fmla="*/ 234 w 10985806"/>
              <a:gd name="connsiteY3" fmla="*/ 1493846 h 1493846"/>
              <a:gd name="connsiteX4" fmla="*/ 1818 w 10985806"/>
              <a:gd name="connsiteY4" fmla="*/ 1098281 h 1493846"/>
              <a:gd name="connsiteX0" fmla="*/ 6455 w 10990443"/>
              <a:gd name="connsiteY0" fmla="*/ 1098281 h 1502086"/>
              <a:gd name="connsiteX1" fmla="*/ 10986197 w 10990443"/>
              <a:gd name="connsiteY1" fmla="*/ 0 h 1502086"/>
              <a:gd name="connsiteX2" fmla="*/ 10990443 w 10990443"/>
              <a:gd name="connsiteY2" fmla="*/ 1012765 h 1502086"/>
              <a:gd name="connsiteX3" fmla="*/ 116 w 10990443"/>
              <a:gd name="connsiteY3" fmla="*/ 1502086 h 1502086"/>
              <a:gd name="connsiteX4" fmla="*/ 6455 w 10990443"/>
              <a:gd name="connsiteY4" fmla="*/ 1098281 h 1502086"/>
              <a:gd name="connsiteX0" fmla="*/ 3345 w 10987333"/>
              <a:gd name="connsiteY0" fmla="*/ 1098281 h 1504832"/>
              <a:gd name="connsiteX1" fmla="*/ 10983087 w 10987333"/>
              <a:gd name="connsiteY1" fmla="*/ 0 h 1504832"/>
              <a:gd name="connsiteX2" fmla="*/ 10987333 w 10987333"/>
              <a:gd name="connsiteY2" fmla="*/ 1012765 h 1504832"/>
              <a:gd name="connsiteX3" fmla="*/ 176 w 10987333"/>
              <a:gd name="connsiteY3" fmla="*/ 1504832 h 1504832"/>
              <a:gd name="connsiteX4" fmla="*/ 3345 w 10987333"/>
              <a:gd name="connsiteY4" fmla="*/ 1098281 h 1504832"/>
              <a:gd name="connsiteX0" fmla="*/ 0 w 10997220"/>
              <a:gd name="connsiteY0" fmla="*/ 104561 h 1619237"/>
              <a:gd name="connsiteX1" fmla="*/ 10992974 w 10997220"/>
              <a:gd name="connsiteY1" fmla="*/ 114405 h 1619237"/>
              <a:gd name="connsiteX2" fmla="*/ 10997220 w 10997220"/>
              <a:gd name="connsiteY2" fmla="*/ 1127170 h 1619237"/>
              <a:gd name="connsiteX3" fmla="*/ 10063 w 10997220"/>
              <a:gd name="connsiteY3" fmla="*/ 1619237 h 1619237"/>
              <a:gd name="connsiteX4" fmla="*/ 0 w 10997220"/>
              <a:gd name="connsiteY4" fmla="*/ 104561 h 1619237"/>
              <a:gd name="connsiteX0" fmla="*/ 0 w 10997220"/>
              <a:gd name="connsiteY0" fmla="*/ 0 h 1514676"/>
              <a:gd name="connsiteX1" fmla="*/ 10992974 w 10997220"/>
              <a:gd name="connsiteY1" fmla="*/ 9844 h 1514676"/>
              <a:gd name="connsiteX2" fmla="*/ 10997220 w 10997220"/>
              <a:gd name="connsiteY2" fmla="*/ 1022609 h 1514676"/>
              <a:gd name="connsiteX3" fmla="*/ 10063 w 10997220"/>
              <a:gd name="connsiteY3" fmla="*/ 1514676 h 1514676"/>
              <a:gd name="connsiteX4" fmla="*/ 0 w 10997220"/>
              <a:gd name="connsiteY4" fmla="*/ 0 h 1514676"/>
              <a:gd name="connsiteX0" fmla="*/ 0 w 10997220"/>
              <a:gd name="connsiteY0" fmla="*/ 0 h 1514676"/>
              <a:gd name="connsiteX1" fmla="*/ 10992974 w 10997220"/>
              <a:gd name="connsiteY1" fmla="*/ 9844 h 1514676"/>
              <a:gd name="connsiteX2" fmla="*/ 10997220 w 10997220"/>
              <a:gd name="connsiteY2" fmla="*/ 1511712 h 1514676"/>
              <a:gd name="connsiteX3" fmla="*/ 10063 w 10997220"/>
              <a:gd name="connsiteY3" fmla="*/ 1514676 h 1514676"/>
              <a:gd name="connsiteX4" fmla="*/ 0 w 10997220"/>
              <a:gd name="connsiteY4" fmla="*/ 0 h 1514676"/>
              <a:gd name="connsiteX0" fmla="*/ 0 w 11006568"/>
              <a:gd name="connsiteY0" fmla="*/ 0 h 1514676"/>
              <a:gd name="connsiteX1" fmla="*/ 11006205 w 11006568"/>
              <a:gd name="connsiteY1" fmla="*/ 1117969 h 1514676"/>
              <a:gd name="connsiteX2" fmla="*/ 10997220 w 11006568"/>
              <a:gd name="connsiteY2" fmla="*/ 1511712 h 1514676"/>
              <a:gd name="connsiteX3" fmla="*/ 10063 w 11006568"/>
              <a:gd name="connsiteY3" fmla="*/ 1514676 h 1514676"/>
              <a:gd name="connsiteX4" fmla="*/ 0 w 11006568"/>
              <a:gd name="connsiteY4" fmla="*/ 0 h 1514676"/>
              <a:gd name="connsiteX0" fmla="*/ 0 w 11006568"/>
              <a:gd name="connsiteY0" fmla="*/ 0 h 1514676"/>
              <a:gd name="connsiteX1" fmla="*/ 11006205 w 11006568"/>
              <a:gd name="connsiteY1" fmla="*/ 1117969 h 1514676"/>
              <a:gd name="connsiteX2" fmla="*/ 10997220 w 11006568"/>
              <a:gd name="connsiteY2" fmla="*/ 1511712 h 1514676"/>
              <a:gd name="connsiteX3" fmla="*/ 10063 w 11006568"/>
              <a:gd name="connsiteY3" fmla="*/ 1514676 h 1514676"/>
              <a:gd name="connsiteX4" fmla="*/ 0 w 11006568"/>
              <a:gd name="connsiteY4" fmla="*/ 0 h 1514676"/>
              <a:gd name="connsiteX0" fmla="*/ 0 w 11006568"/>
              <a:gd name="connsiteY0" fmla="*/ 0 h 1514676"/>
              <a:gd name="connsiteX1" fmla="*/ 11006205 w 11006568"/>
              <a:gd name="connsiteY1" fmla="*/ 1117969 h 1514676"/>
              <a:gd name="connsiteX2" fmla="*/ 10997220 w 11006568"/>
              <a:gd name="connsiteY2" fmla="*/ 1511712 h 1514676"/>
              <a:gd name="connsiteX3" fmla="*/ 10063 w 11006568"/>
              <a:gd name="connsiteY3" fmla="*/ 1514676 h 1514676"/>
              <a:gd name="connsiteX4" fmla="*/ 0 w 11006568"/>
              <a:gd name="connsiteY4" fmla="*/ 0 h 1514676"/>
              <a:gd name="connsiteX0" fmla="*/ 0 w 10997220"/>
              <a:gd name="connsiteY0" fmla="*/ 0 h 1514676"/>
              <a:gd name="connsiteX1" fmla="*/ 10972918 w 10997220"/>
              <a:gd name="connsiteY1" fmla="*/ 988887 h 1514676"/>
              <a:gd name="connsiteX2" fmla="*/ 10997220 w 10997220"/>
              <a:gd name="connsiteY2" fmla="*/ 1511712 h 1514676"/>
              <a:gd name="connsiteX3" fmla="*/ 10063 w 10997220"/>
              <a:gd name="connsiteY3" fmla="*/ 1514676 h 1514676"/>
              <a:gd name="connsiteX4" fmla="*/ 0 w 10997220"/>
              <a:gd name="connsiteY4" fmla="*/ 0 h 1514676"/>
              <a:gd name="connsiteX0" fmla="*/ 0 w 10997220"/>
              <a:gd name="connsiteY0" fmla="*/ 0 h 1514676"/>
              <a:gd name="connsiteX1" fmla="*/ 10972918 w 10997220"/>
              <a:gd name="connsiteY1" fmla="*/ 997126 h 1514676"/>
              <a:gd name="connsiteX2" fmla="*/ 10997220 w 10997220"/>
              <a:gd name="connsiteY2" fmla="*/ 1511712 h 1514676"/>
              <a:gd name="connsiteX3" fmla="*/ 10063 w 10997220"/>
              <a:gd name="connsiteY3" fmla="*/ 1514676 h 1514676"/>
              <a:gd name="connsiteX4" fmla="*/ 0 w 10997220"/>
              <a:gd name="connsiteY4" fmla="*/ 0 h 1514676"/>
              <a:gd name="connsiteX0" fmla="*/ 0 w 10973798"/>
              <a:gd name="connsiteY0" fmla="*/ 0 h 1514676"/>
              <a:gd name="connsiteX1" fmla="*/ 10972918 w 10973798"/>
              <a:gd name="connsiteY1" fmla="*/ 997126 h 1514676"/>
              <a:gd name="connsiteX2" fmla="*/ 10973444 w 10973798"/>
              <a:gd name="connsiteY2" fmla="*/ 1511712 h 1514676"/>
              <a:gd name="connsiteX3" fmla="*/ 10063 w 10973798"/>
              <a:gd name="connsiteY3" fmla="*/ 1514676 h 1514676"/>
              <a:gd name="connsiteX4" fmla="*/ 0 w 10973798"/>
              <a:gd name="connsiteY4" fmla="*/ 0 h 1514676"/>
              <a:gd name="connsiteX0" fmla="*/ 0 w 10973798"/>
              <a:gd name="connsiteY0" fmla="*/ 0 h 1514676"/>
              <a:gd name="connsiteX1" fmla="*/ 10972918 w 10973798"/>
              <a:gd name="connsiteY1" fmla="*/ 997126 h 1514676"/>
              <a:gd name="connsiteX2" fmla="*/ 10973444 w 10973798"/>
              <a:gd name="connsiteY2" fmla="*/ 1511712 h 1514676"/>
              <a:gd name="connsiteX3" fmla="*/ 10063 w 10973798"/>
              <a:gd name="connsiteY3" fmla="*/ 1514676 h 1514676"/>
              <a:gd name="connsiteX4" fmla="*/ 0 w 10973798"/>
              <a:gd name="connsiteY4" fmla="*/ 0 h 151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3798" h="1514676">
                <a:moveTo>
                  <a:pt x="0" y="0"/>
                </a:moveTo>
                <a:lnTo>
                  <a:pt x="10972918" y="997126"/>
                </a:lnTo>
                <a:cubicBezTo>
                  <a:pt x="10975740" y="1298928"/>
                  <a:pt x="10970622" y="1209910"/>
                  <a:pt x="10973444" y="1511712"/>
                </a:cubicBezTo>
                <a:lnTo>
                  <a:pt x="10063" y="1514676"/>
                </a:lnTo>
                <a:cubicBezTo>
                  <a:pt x="8841" y="1368107"/>
                  <a:pt x="1222" y="146569"/>
                  <a:pt x="0" y="0"/>
                </a:cubicBezTo>
                <a:close/>
              </a:path>
            </a:pathLst>
          </a:custGeom>
          <a:gradFill>
            <a:gsLst>
              <a:gs pos="90000">
                <a:schemeClr val="accent2">
                  <a:alpha val="85000"/>
                </a:schemeClr>
              </a:gs>
              <a:gs pos="10000">
                <a:schemeClr val="tx2"/>
              </a:gs>
            </a:gsLst>
            <a:lin ang="0" scaled="1"/>
          </a:gradFill>
          <a:ln>
            <a:noFill/>
          </a:ln>
        </p:spPr>
        <p:txBody>
          <a:bodyPr lIns="360000" tIns="360000" anchor="b" anchorCtr="0">
            <a:normAutofit/>
          </a:bodyPr>
          <a:lstStyle>
            <a:lvl1pPr marL="0" marR="0" indent="0" algn="l" defTabSz="61708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 panose="020B0604020202020204" pitchFamily="34" charset="0"/>
              <a:buNone/>
              <a:tabLst/>
              <a:defRPr lang="de-DE" sz="80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61708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000" noProof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Please do not edit this picture</a:t>
            </a:r>
            <a:endParaRPr lang="en-US" noProof="1"/>
          </a:p>
        </p:txBody>
      </p:sp>
      <p:sp>
        <p:nvSpPr>
          <p:cNvPr id="16" name="Red lines">
            <a:extLst>
              <a:ext uri="{FF2B5EF4-FFF2-40B4-BE49-F238E27FC236}">
                <a16:creationId xmlns:a16="http://schemas.microsoft.com/office/drawing/2014/main" id="{B291F1BB-B971-4AF0-9E12-5825A95DF7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1100" y="2395056"/>
            <a:ext cx="11399520" cy="1300307"/>
          </a:xfrm>
          <a:prstGeom prst="rect">
            <a:avLst/>
          </a:prstGeom>
          <a:blipFill dpi="0"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r="2430"/>
            </a:stretch>
          </a:blipFill>
        </p:spPr>
        <p:txBody>
          <a:bodyPr/>
          <a:lstStyle>
            <a:lvl1pPr marL="350838" indent="0">
              <a:buNone/>
              <a:defRPr sz="8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noProof="1"/>
              <a:t>Please do not edit this picture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755E48E8-9148-4A4F-ACD8-B3CCB92D1C04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20400" y="4246513"/>
            <a:ext cx="10033292" cy="59530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Subtitle (optional)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7B4A42B1-CAAF-4729-ABD2-31DEBAD7E8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800" y="3742273"/>
            <a:ext cx="10029057" cy="487313"/>
          </a:xfrm>
          <a:prstGeom prst="rect">
            <a:avLst/>
          </a:prstGeom>
          <a:noFill/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57585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51">
          <p15:clr>
            <a:srgbClr val="FBAE40"/>
          </p15:clr>
        </p15:guide>
        <p15:guide id="4" pos="6539">
          <p15:clr>
            <a:srgbClr val="FBAE40"/>
          </p15:clr>
        </p15:guide>
        <p15:guide id="9" orient="horz" pos="2355">
          <p15:clr>
            <a:srgbClr val="FBAE40"/>
          </p15:clr>
        </p15:guide>
        <p15:guide id="10" pos="18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B58FDE-A627-421C-954B-F012E88F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Gradient">
            <a:extLst>
              <a:ext uri="{FF2B5EF4-FFF2-40B4-BE49-F238E27FC236}">
                <a16:creationId xmlns:a16="http://schemas.microsoft.com/office/drawing/2014/main" id="{8685225C-2D4F-45F1-8B74-D5A882319E56}"/>
              </a:ext>
            </a:extLst>
          </p:cNvPr>
          <p:cNvSpPr/>
          <p:nvPr userDrawn="1"/>
        </p:nvSpPr>
        <p:spPr>
          <a:xfrm>
            <a:off x="-1904" y="0"/>
            <a:ext cx="10971530" cy="5245419"/>
          </a:xfrm>
          <a:custGeom>
            <a:avLst/>
            <a:gdLst>
              <a:gd name="connsiteX0" fmla="*/ 0 w 10969625"/>
              <a:gd name="connsiteY0" fmla="*/ 0 h 4437574"/>
              <a:gd name="connsiteX1" fmla="*/ 10969625 w 10969625"/>
              <a:gd name="connsiteY1" fmla="*/ 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579033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23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230 h 4437574"/>
              <a:gd name="connsiteX2" fmla="*/ 10969625 w 10969625"/>
              <a:gd name="connsiteY2" fmla="*/ 3965077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5080 w 10974705"/>
              <a:gd name="connsiteY0" fmla="*/ 0 h 5202007"/>
              <a:gd name="connsiteX1" fmla="*/ 10974705 w 10974705"/>
              <a:gd name="connsiteY1" fmla="*/ 1230 h 5202007"/>
              <a:gd name="connsiteX2" fmla="*/ 10974705 w 10974705"/>
              <a:gd name="connsiteY2" fmla="*/ 3965077 h 5202007"/>
              <a:gd name="connsiteX3" fmla="*/ 0 w 10974705"/>
              <a:gd name="connsiteY3" fmla="*/ 5202007 h 5202007"/>
              <a:gd name="connsiteX4" fmla="*/ 5080 w 10974705"/>
              <a:gd name="connsiteY4" fmla="*/ 0 h 5202007"/>
              <a:gd name="connsiteX0" fmla="*/ 1905 w 10971530"/>
              <a:gd name="connsiteY0" fmla="*/ 0 h 5227319"/>
              <a:gd name="connsiteX1" fmla="*/ 10971530 w 10971530"/>
              <a:gd name="connsiteY1" fmla="*/ 1230 h 5227319"/>
              <a:gd name="connsiteX2" fmla="*/ 10971530 w 10971530"/>
              <a:gd name="connsiteY2" fmla="*/ 3965077 h 5227319"/>
              <a:gd name="connsiteX3" fmla="*/ 0 w 10971530"/>
              <a:gd name="connsiteY3" fmla="*/ 5227319 h 5227319"/>
              <a:gd name="connsiteX4" fmla="*/ 1905 w 10971530"/>
              <a:gd name="connsiteY4" fmla="*/ 0 h 5227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530" h="5227319">
                <a:moveTo>
                  <a:pt x="1905" y="0"/>
                </a:moveTo>
                <a:lnTo>
                  <a:pt x="10971530" y="1230"/>
                </a:lnTo>
                <a:lnTo>
                  <a:pt x="10971530" y="3965077"/>
                </a:lnTo>
                <a:lnTo>
                  <a:pt x="0" y="5227319"/>
                </a:lnTo>
                <a:cubicBezTo>
                  <a:pt x="1693" y="3493317"/>
                  <a:pt x="212" y="1734002"/>
                  <a:pt x="1905" y="0"/>
                </a:cubicBezTo>
                <a:close/>
              </a:path>
            </a:pathLst>
          </a:custGeom>
          <a:gradFill flip="none" rotWithShape="1">
            <a:gsLst>
              <a:gs pos="90000">
                <a:schemeClr val="accent2"/>
              </a:gs>
              <a:gs pos="10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Red Lines">
            <a:extLst>
              <a:ext uri="{FF2B5EF4-FFF2-40B4-BE49-F238E27FC236}">
                <a16:creationId xmlns:a16="http://schemas.microsoft.com/office/drawing/2014/main" id="{8CE721DC-0787-4827-842E-1084F20A30A7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013" y="2379462"/>
            <a:ext cx="11235600" cy="3859200"/>
          </a:xfrm>
          <a:prstGeom prst="rect">
            <a:avLst/>
          </a:prstGeom>
        </p:spPr>
      </p:pic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53A911C2-354D-4F1A-9116-4BFED74A516C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21114" y="1816587"/>
            <a:ext cx="10023092" cy="595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Subtitle (optional)</a:t>
            </a:r>
            <a:endParaRPr lang="en-US" dirty="0"/>
          </a:p>
        </p:txBody>
      </p:sp>
      <p:sp>
        <p:nvSpPr>
          <p:cNvPr id="15" name="Chapter_title">
            <a:extLst>
              <a:ext uri="{FF2B5EF4-FFF2-40B4-BE49-F238E27FC236}">
                <a16:creationId xmlns:a16="http://schemas.microsoft.com/office/drawing/2014/main" id="{0C07C395-2D30-4D8E-A33F-30B7FD0595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195" y="1312347"/>
            <a:ext cx="10022844" cy="487313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84411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">
          <p15:clr>
            <a:srgbClr val="FBAE40"/>
          </p15:clr>
        </p15:guide>
        <p15:guide id="2" orient="horz" pos="822">
          <p15:clr>
            <a:srgbClr val="FBAE40"/>
          </p15:clr>
        </p15:guide>
        <p15:guide id="3" pos="6539">
          <p15:clr>
            <a:srgbClr val="FBAE40"/>
          </p15:clr>
        </p15:guide>
        <p15:guide id="4" orient="horz" pos="152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FF8882-5D55-4A18-9AEB-F5439CB3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Gradient">
            <a:extLst>
              <a:ext uri="{FF2B5EF4-FFF2-40B4-BE49-F238E27FC236}">
                <a16:creationId xmlns:a16="http://schemas.microsoft.com/office/drawing/2014/main" id="{1BEC382B-567E-4F28-A1D4-83C8EB015DD3}"/>
              </a:ext>
            </a:extLst>
          </p:cNvPr>
          <p:cNvSpPr/>
          <p:nvPr userDrawn="1"/>
        </p:nvSpPr>
        <p:spPr>
          <a:xfrm>
            <a:off x="-8706" y="3345397"/>
            <a:ext cx="10991150" cy="2341930"/>
          </a:xfrm>
          <a:custGeom>
            <a:avLst/>
            <a:gdLst>
              <a:gd name="connsiteX0" fmla="*/ 0 w 10969625"/>
              <a:gd name="connsiteY0" fmla="*/ 0 h 4437574"/>
              <a:gd name="connsiteX1" fmla="*/ 10969625 w 10969625"/>
              <a:gd name="connsiteY1" fmla="*/ 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579033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521682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73533"/>
              <a:gd name="connsiteY0" fmla="*/ 0 h 3535443"/>
              <a:gd name="connsiteX1" fmla="*/ 10973533 w 10973533"/>
              <a:gd name="connsiteY1" fmla="*/ 619551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3533"/>
              <a:gd name="connsiteY0" fmla="*/ 0 h 3535443"/>
              <a:gd name="connsiteX1" fmla="*/ 10946179 w 10973533"/>
              <a:gd name="connsiteY1" fmla="*/ 1150592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3533"/>
              <a:gd name="connsiteY0" fmla="*/ 0 h 3535443"/>
              <a:gd name="connsiteX1" fmla="*/ 10950087 w 10973533"/>
              <a:gd name="connsiteY1" fmla="*/ 1214573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3533"/>
              <a:gd name="connsiteY0" fmla="*/ 0 h 3535443"/>
              <a:gd name="connsiteX1" fmla="*/ 10957902 w 10973533"/>
              <a:gd name="connsiteY1" fmla="*/ 1540875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3533"/>
              <a:gd name="connsiteY0" fmla="*/ 0 h 3535443"/>
              <a:gd name="connsiteX1" fmla="*/ 10953994 w 10973533"/>
              <a:gd name="connsiteY1" fmla="*/ 1911964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3533"/>
              <a:gd name="connsiteY0" fmla="*/ 0 h 3535443"/>
              <a:gd name="connsiteX1" fmla="*/ 10961810 w 10973533"/>
              <a:gd name="connsiteY1" fmla="*/ 1822392 h 3535443"/>
              <a:gd name="connsiteX2" fmla="*/ 10973533 w 10973533"/>
              <a:gd name="connsiteY2" fmla="*/ 3535443 h 3535443"/>
              <a:gd name="connsiteX3" fmla="*/ 3908 w 10973533"/>
              <a:gd name="connsiteY3" fmla="*/ 3535443 h 3535443"/>
              <a:gd name="connsiteX4" fmla="*/ 0 w 10973533"/>
              <a:gd name="connsiteY4" fmla="*/ 0 h 3535443"/>
              <a:gd name="connsiteX0" fmla="*/ 0 w 10977441"/>
              <a:gd name="connsiteY0" fmla="*/ 0 h 3791367"/>
              <a:gd name="connsiteX1" fmla="*/ 10965718 w 10977441"/>
              <a:gd name="connsiteY1" fmla="*/ 2078316 h 3791367"/>
              <a:gd name="connsiteX2" fmla="*/ 10977441 w 10977441"/>
              <a:gd name="connsiteY2" fmla="*/ 3791367 h 3791367"/>
              <a:gd name="connsiteX3" fmla="*/ 7816 w 10977441"/>
              <a:gd name="connsiteY3" fmla="*/ 3791367 h 3791367"/>
              <a:gd name="connsiteX4" fmla="*/ 0 w 10977441"/>
              <a:gd name="connsiteY4" fmla="*/ 0 h 3791367"/>
              <a:gd name="connsiteX0" fmla="*/ 0 w 10977441"/>
              <a:gd name="connsiteY0" fmla="*/ 0 h 3791367"/>
              <a:gd name="connsiteX1" fmla="*/ 10975245 w 10977441"/>
              <a:gd name="connsiteY1" fmla="*/ 2080916 h 3791367"/>
              <a:gd name="connsiteX2" fmla="*/ 10977441 w 10977441"/>
              <a:gd name="connsiteY2" fmla="*/ 3791367 h 3791367"/>
              <a:gd name="connsiteX3" fmla="*/ 7816 w 10977441"/>
              <a:gd name="connsiteY3" fmla="*/ 3791367 h 3791367"/>
              <a:gd name="connsiteX4" fmla="*/ 0 w 10977441"/>
              <a:gd name="connsiteY4" fmla="*/ 0 h 3791367"/>
              <a:gd name="connsiteX0" fmla="*/ 0 w 10980617"/>
              <a:gd name="connsiteY0" fmla="*/ 0 h 3799165"/>
              <a:gd name="connsiteX1" fmla="*/ 10975245 w 10980617"/>
              <a:gd name="connsiteY1" fmla="*/ 2080916 h 3799165"/>
              <a:gd name="connsiteX2" fmla="*/ 10980617 w 10980617"/>
              <a:gd name="connsiteY2" fmla="*/ 3799165 h 3799165"/>
              <a:gd name="connsiteX3" fmla="*/ 7816 w 10980617"/>
              <a:gd name="connsiteY3" fmla="*/ 3791367 h 3799165"/>
              <a:gd name="connsiteX4" fmla="*/ 0 w 10980617"/>
              <a:gd name="connsiteY4" fmla="*/ 0 h 3799165"/>
              <a:gd name="connsiteX0" fmla="*/ 0 w 10980617"/>
              <a:gd name="connsiteY0" fmla="*/ 0 h 3799165"/>
              <a:gd name="connsiteX1" fmla="*/ 10975245 w 10980617"/>
              <a:gd name="connsiteY1" fmla="*/ 2080916 h 3799165"/>
              <a:gd name="connsiteX2" fmla="*/ 10980617 w 10980617"/>
              <a:gd name="connsiteY2" fmla="*/ 3799165 h 3799165"/>
              <a:gd name="connsiteX3" fmla="*/ 4641 w 10980617"/>
              <a:gd name="connsiteY3" fmla="*/ 3799163 h 3799165"/>
              <a:gd name="connsiteX4" fmla="*/ 0 w 10980617"/>
              <a:gd name="connsiteY4" fmla="*/ 0 h 3799165"/>
              <a:gd name="connsiteX0" fmla="*/ 0 w 10980617"/>
              <a:gd name="connsiteY0" fmla="*/ 0 h 3804362"/>
              <a:gd name="connsiteX1" fmla="*/ 10975245 w 10980617"/>
              <a:gd name="connsiteY1" fmla="*/ 2080916 h 3804362"/>
              <a:gd name="connsiteX2" fmla="*/ 10980617 w 10980617"/>
              <a:gd name="connsiteY2" fmla="*/ 3799165 h 3804362"/>
              <a:gd name="connsiteX3" fmla="*/ 1464 w 10980617"/>
              <a:gd name="connsiteY3" fmla="*/ 3804362 h 3804362"/>
              <a:gd name="connsiteX4" fmla="*/ 0 w 10980617"/>
              <a:gd name="connsiteY4" fmla="*/ 0 h 3804362"/>
              <a:gd name="connsiteX0" fmla="*/ 0 w 10980617"/>
              <a:gd name="connsiteY0" fmla="*/ 0 h 3804362"/>
              <a:gd name="connsiteX1" fmla="*/ 10975245 w 10980617"/>
              <a:gd name="connsiteY1" fmla="*/ 2080916 h 3804362"/>
              <a:gd name="connsiteX2" fmla="*/ 10980617 w 10980617"/>
              <a:gd name="connsiteY2" fmla="*/ 3799165 h 3804362"/>
              <a:gd name="connsiteX3" fmla="*/ 1464 w 10980617"/>
              <a:gd name="connsiteY3" fmla="*/ 3804362 h 3804362"/>
              <a:gd name="connsiteX4" fmla="*/ 0 w 10980617"/>
              <a:gd name="connsiteY4" fmla="*/ 0 h 3804362"/>
              <a:gd name="connsiteX0" fmla="*/ 2976 w 10979359"/>
              <a:gd name="connsiteY0" fmla="*/ 0 h 3314000"/>
              <a:gd name="connsiteX1" fmla="*/ 10973987 w 10979359"/>
              <a:gd name="connsiteY1" fmla="*/ 1590554 h 3314000"/>
              <a:gd name="connsiteX2" fmla="*/ 10979359 w 10979359"/>
              <a:gd name="connsiteY2" fmla="*/ 3308803 h 3314000"/>
              <a:gd name="connsiteX3" fmla="*/ 206 w 10979359"/>
              <a:gd name="connsiteY3" fmla="*/ 3314000 h 3314000"/>
              <a:gd name="connsiteX4" fmla="*/ 2976 w 10979359"/>
              <a:gd name="connsiteY4" fmla="*/ 0 h 3314000"/>
              <a:gd name="connsiteX0" fmla="*/ 2976 w 10979359"/>
              <a:gd name="connsiteY0" fmla="*/ 0 h 3226674"/>
              <a:gd name="connsiteX1" fmla="*/ 10973987 w 10979359"/>
              <a:gd name="connsiteY1" fmla="*/ 1503228 h 3226674"/>
              <a:gd name="connsiteX2" fmla="*/ 10979359 w 10979359"/>
              <a:gd name="connsiteY2" fmla="*/ 3221477 h 3226674"/>
              <a:gd name="connsiteX3" fmla="*/ 206 w 10979359"/>
              <a:gd name="connsiteY3" fmla="*/ 3226674 h 3226674"/>
              <a:gd name="connsiteX4" fmla="*/ 2976 w 10979359"/>
              <a:gd name="connsiteY4" fmla="*/ 0 h 3226674"/>
              <a:gd name="connsiteX0" fmla="*/ 23 w 10979582"/>
              <a:gd name="connsiteY0" fmla="*/ 0 h 3216472"/>
              <a:gd name="connsiteX1" fmla="*/ 10974210 w 10979582"/>
              <a:gd name="connsiteY1" fmla="*/ 1493026 h 3216472"/>
              <a:gd name="connsiteX2" fmla="*/ 10979582 w 10979582"/>
              <a:gd name="connsiteY2" fmla="*/ 3211275 h 3216472"/>
              <a:gd name="connsiteX3" fmla="*/ 429 w 10979582"/>
              <a:gd name="connsiteY3" fmla="*/ 3216472 h 3216472"/>
              <a:gd name="connsiteX4" fmla="*/ 23 w 10979582"/>
              <a:gd name="connsiteY4" fmla="*/ 0 h 3216472"/>
              <a:gd name="connsiteX0" fmla="*/ 0 w 10987498"/>
              <a:gd name="connsiteY0" fmla="*/ 0 h 3221573"/>
              <a:gd name="connsiteX1" fmla="*/ 10982126 w 10987498"/>
              <a:gd name="connsiteY1" fmla="*/ 1498127 h 3221573"/>
              <a:gd name="connsiteX2" fmla="*/ 10987498 w 10987498"/>
              <a:gd name="connsiteY2" fmla="*/ 3216376 h 3221573"/>
              <a:gd name="connsiteX3" fmla="*/ 8345 w 10987498"/>
              <a:gd name="connsiteY3" fmla="*/ 3221573 h 3221573"/>
              <a:gd name="connsiteX4" fmla="*/ 0 w 10987498"/>
              <a:gd name="connsiteY4" fmla="*/ 0 h 3221573"/>
              <a:gd name="connsiteX0" fmla="*/ 0 w 10989085"/>
              <a:gd name="connsiteY0" fmla="*/ 0 h 3226674"/>
              <a:gd name="connsiteX1" fmla="*/ 10983713 w 10989085"/>
              <a:gd name="connsiteY1" fmla="*/ 1503228 h 3226674"/>
              <a:gd name="connsiteX2" fmla="*/ 10989085 w 10989085"/>
              <a:gd name="connsiteY2" fmla="*/ 3221477 h 3226674"/>
              <a:gd name="connsiteX3" fmla="*/ 9932 w 10989085"/>
              <a:gd name="connsiteY3" fmla="*/ 3226674 h 3226674"/>
              <a:gd name="connsiteX4" fmla="*/ 0 w 10989085"/>
              <a:gd name="connsiteY4" fmla="*/ 0 h 3226674"/>
              <a:gd name="connsiteX0" fmla="*/ 10983713 w 11075169"/>
              <a:gd name="connsiteY0" fmla="*/ 1503228 h 3226674"/>
              <a:gd name="connsiteX1" fmla="*/ 10989085 w 11075169"/>
              <a:gd name="connsiteY1" fmla="*/ 3221477 h 3226674"/>
              <a:gd name="connsiteX2" fmla="*/ 9932 w 11075169"/>
              <a:gd name="connsiteY2" fmla="*/ 3226674 h 3226674"/>
              <a:gd name="connsiteX3" fmla="*/ 0 w 11075169"/>
              <a:gd name="connsiteY3" fmla="*/ 0 h 3226674"/>
              <a:gd name="connsiteX4" fmla="*/ 11075169 w 11075169"/>
              <a:gd name="connsiteY4" fmla="*/ 1638175 h 3226674"/>
              <a:gd name="connsiteX0" fmla="*/ 10983713 w 10990487"/>
              <a:gd name="connsiteY0" fmla="*/ 1503228 h 3226674"/>
              <a:gd name="connsiteX1" fmla="*/ 10989085 w 10990487"/>
              <a:gd name="connsiteY1" fmla="*/ 3221477 h 3226674"/>
              <a:gd name="connsiteX2" fmla="*/ 9932 w 10990487"/>
              <a:gd name="connsiteY2" fmla="*/ 3226674 h 3226674"/>
              <a:gd name="connsiteX3" fmla="*/ 0 w 10990487"/>
              <a:gd name="connsiteY3" fmla="*/ 0 h 3226674"/>
              <a:gd name="connsiteX4" fmla="*/ 10990487 w 10990487"/>
              <a:gd name="connsiteY4" fmla="*/ 357429 h 3226674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3470060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3475257"/>
              <a:gd name="connsiteX1" fmla="*/ 10989085 w 10989085"/>
              <a:gd name="connsiteY1" fmla="*/ 2841758 h 3475257"/>
              <a:gd name="connsiteX2" fmla="*/ 9932 w 10989085"/>
              <a:gd name="connsiteY2" fmla="*/ 3475257 h 3475257"/>
              <a:gd name="connsiteX3" fmla="*/ 0 w 10989085"/>
              <a:gd name="connsiteY3" fmla="*/ 248583 h 3475257"/>
              <a:gd name="connsiteX4" fmla="*/ 10982019 w 10989085"/>
              <a:gd name="connsiteY4" fmla="*/ 0 h 3475257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48583 h 4321049"/>
              <a:gd name="connsiteX4" fmla="*/ 10982019 w 10989085"/>
              <a:gd name="connsiteY4" fmla="*/ 0 h 4321049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48583 h 4321049"/>
              <a:gd name="connsiteX4" fmla="*/ 10982019 w 10989085"/>
              <a:gd name="connsiteY4" fmla="*/ 0 h 4321049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54624 h 4321049"/>
              <a:gd name="connsiteX4" fmla="*/ 10982019 w 10989085"/>
              <a:gd name="connsiteY4" fmla="*/ 0 h 4321049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51603 h 4321049"/>
              <a:gd name="connsiteX4" fmla="*/ 10982019 w 10989085"/>
              <a:gd name="connsiteY4" fmla="*/ 0 h 4321049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48583 h 4321049"/>
              <a:gd name="connsiteX4" fmla="*/ 10982019 w 10989085"/>
              <a:gd name="connsiteY4" fmla="*/ 0 h 4321049"/>
              <a:gd name="connsiteX0" fmla="*/ 10983713 w 10989085"/>
              <a:gd name="connsiteY0" fmla="*/ 1751811 h 4321049"/>
              <a:gd name="connsiteX1" fmla="*/ 10989085 w 10989085"/>
              <a:gd name="connsiteY1" fmla="*/ 2841758 h 4321049"/>
              <a:gd name="connsiteX2" fmla="*/ 1463 w 10989085"/>
              <a:gd name="connsiteY2" fmla="*/ 4321049 h 4321049"/>
              <a:gd name="connsiteX3" fmla="*/ 0 w 10989085"/>
              <a:gd name="connsiteY3" fmla="*/ 248583 h 4321049"/>
              <a:gd name="connsiteX4" fmla="*/ 10982019 w 10989085"/>
              <a:gd name="connsiteY4" fmla="*/ 0 h 4321049"/>
              <a:gd name="connsiteX0" fmla="*/ 10982479 w 10987851"/>
              <a:gd name="connsiteY0" fmla="*/ 1751811 h 4321049"/>
              <a:gd name="connsiteX1" fmla="*/ 10987851 w 10987851"/>
              <a:gd name="connsiteY1" fmla="*/ 2841758 h 4321049"/>
              <a:gd name="connsiteX2" fmla="*/ 229 w 10987851"/>
              <a:gd name="connsiteY2" fmla="*/ 4321049 h 4321049"/>
              <a:gd name="connsiteX3" fmla="*/ 2367 w 10987851"/>
              <a:gd name="connsiteY3" fmla="*/ 241733 h 4321049"/>
              <a:gd name="connsiteX4" fmla="*/ 10980785 w 10987851"/>
              <a:gd name="connsiteY4" fmla="*/ 0 h 4321049"/>
              <a:gd name="connsiteX0" fmla="*/ 10987313 w 10992685"/>
              <a:gd name="connsiteY0" fmla="*/ 1751811 h 4321049"/>
              <a:gd name="connsiteX1" fmla="*/ 10992685 w 10992685"/>
              <a:gd name="connsiteY1" fmla="*/ 2841758 h 4321049"/>
              <a:gd name="connsiteX2" fmla="*/ 5063 w 10992685"/>
              <a:gd name="connsiteY2" fmla="*/ 4321049 h 4321049"/>
              <a:gd name="connsiteX3" fmla="*/ 0 w 10992685"/>
              <a:gd name="connsiteY3" fmla="*/ 214333 h 4321049"/>
              <a:gd name="connsiteX4" fmla="*/ 10985619 w 10992685"/>
              <a:gd name="connsiteY4" fmla="*/ 0 h 4321049"/>
              <a:gd name="connsiteX0" fmla="*/ 10987313 w 10992685"/>
              <a:gd name="connsiteY0" fmla="*/ 1751811 h 4659077"/>
              <a:gd name="connsiteX1" fmla="*/ 10992685 w 10992685"/>
              <a:gd name="connsiteY1" fmla="*/ 2841758 h 4659077"/>
              <a:gd name="connsiteX2" fmla="*/ 10144 w 10992685"/>
              <a:gd name="connsiteY2" fmla="*/ 4659077 h 4659077"/>
              <a:gd name="connsiteX3" fmla="*/ 0 w 10992685"/>
              <a:gd name="connsiteY3" fmla="*/ 214333 h 4659077"/>
              <a:gd name="connsiteX4" fmla="*/ 10985619 w 10992685"/>
              <a:gd name="connsiteY4" fmla="*/ 0 h 4659077"/>
              <a:gd name="connsiteX0" fmla="*/ 10983640 w 10989012"/>
              <a:gd name="connsiteY0" fmla="*/ 1751811 h 4659077"/>
              <a:gd name="connsiteX1" fmla="*/ 10989012 w 10989012"/>
              <a:gd name="connsiteY1" fmla="*/ 2841758 h 4659077"/>
              <a:gd name="connsiteX2" fmla="*/ 6471 w 10989012"/>
              <a:gd name="connsiteY2" fmla="*/ 4659077 h 4659077"/>
              <a:gd name="connsiteX3" fmla="*/ 0 w 10989012"/>
              <a:gd name="connsiteY3" fmla="*/ 485843 h 4659077"/>
              <a:gd name="connsiteX4" fmla="*/ 10981946 w 10989012"/>
              <a:gd name="connsiteY4" fmla="*/ 0 h 4659077"/>
              <a:gd name="connsiteX0" fmla="*/ 10983640 w 10989012"/>
              <a:gd name="connsiteY0" fmla="*/ 1810496 h 4717762"/>
              <a:gd name="connsiteX1" fmla="*/ 10989012 w 10989012"/>
              <a:gd name="connsiteY1" fmla="*/ 2900443 h 4717762"/>
              <a:gd name="connsiteX2" fmla="*/ 6471 w 10989012"/>
              <a:gd name="connsiteY2" fmla="*/ 4717762 h 4717762"/>
              <a:gd name="connsiteX3" fmla="*/ 0 w 10989012"/>
              <a:gd name="connsiteY3" fmla="*/ 544528 h 4717762"/>
              <a:gd name="connsiteX4" fmla="*/ 10988297 w 10989012"/>
              <a:gd name="connsiteY4" fmla="*/ 0 h 4717762"/>
              <a:gd name="connsiteX0" fmla="*/ 10983640 w 10989012"/>
              <a:gd name="connsiteY0" fmla="*/ 1810496 h 5454663"/>
              <a:gd name="connsiteX1" fmla="*/ 10989012 w 10989012"/>
              <a:gd name="connsiteY1" fmla="*/ 2900443 h 5454663"/>
              <a:gd name="connsiteX2" fmla="*/ 2812 w 10989012"/>
              <a:gd name="connsiteY2" fmla="*/ 5454663 h 5454663"/>
              <a:gd name="connsiteX3" fmla="*/ 0 w 10989012"/>
              <a:gd name="connsiteY3" fmla="*/ 544528 h 5454663"/>
              <a:gd name="connsiteX4" fmla="*/ 10988297 w 10989012"/>
              <a:gd name="connsiteY4" fmla="*/ 0 h 5454663"/>
              <a:gd name="connsiteX0" fmla="*/ 10983640 w 10989012"/>
              <a:gd name="connsiteY0" fmla="*/ 1810496 h 5596633"/>
              <a:gd name="connsiteX1" fmla="*/ 10989012 w 10989012"/>
              <a:gd name="connsiteY1" fmla="*/ 2900443 h 5596633"/>
              <a:gd name="connsiteX2" fmla="*/ 6471 w 10989012"/>
              <a:gd name="connsiteY2" fmla="*/ 5596633 h 5596633"/>
              <a:gd name="connsiteX3" fmla="*/ 0 w 10989012"/>
              <a:gd name="connsiteY3" fmla="*/ 544528 h 5596633"/>
              <a:gd name="connsiteX4" fmla="*/ 10988297 w 10989012"/>
              <a:gd name="connsiteY4" fmla="*/ 0 h 5596633"/>
              <a:gd name="connsiteX0" fmla="*/ 10983640 w 10989012"/>
              <a:gd name="connsiteY0" fmla="*/ 1810496 h 5596633"/>
              <a:gd name="connsiteX1" fmla="*/ 10989012 w 10989012"/>
              <a:gd name="connsiteY1" fmla="*/ 2900444 h 5596633"/>
              <a:gd name="connsiteX2" fmla="*/ 6471 w 10989012"/>
              <a:gd name="connsiteY2" fmla="*/ 5596633 h 5596633"/>
              <a:gd name="connsiteX3" fmla="*/ 0 w 10989012"/>
              <a:gd name="connsiteY3" fmla="*/ 544528 h 5596633"/>
              <a:gd name="connsiteX4" fmla="*/ 10988297 w 10989012"/>
              <a:gd name="connsiteY4" fmla="*/ 0 h 5596633"/>
              <a:gd name="connsiteX0" fmla="*/ 10983640 w 10992671"/>
              <a:gd name="connsiteY0" fmla="*/ 1810496 h 5596633"/>
              <a:gd name="connsiteX1" fmla="*/ 10992671 w 10992671"/>
              <a:gd name="connsiteY1" fmla="*/ 3562978 h 5596633"/>
              <a:gd name="connsiteX2" fmla="*/ 6471 w 10992671"/>
              <a:gd name="connsiteY2" fmla="*/ 5596633 h 5596633"/>
              <a:gd name="connsiteX3" fmla="*/ 0 w 10992671"/>
              <a:gd name="connsiteY3" fmla="*/ 544528 h 5596633"/>
              <a:gd name="connsiteX4" fmla="*/ 10988297 w 10992671"/>
              <a:gd name="connsiteY4" fmla="*/ 0 h 5596633"/>
              <a:gd name="connsiteX0" fmla="*/ 10983640 w 10992671"/>
              <a:gd name="connsiteY0" fmla="*/ 1810496 h 5596633"/>
              <a:gd name="connsiteX1" fmla="*/ 10992671 w 10992671"/>
              <a:gd name="connsiteY1" fmla="*/ 3562978 h 5596633"/>
              <a:gd name="connsiteX2" fmla="*/ 6471 w 10992671"/>
              <a:gd name="connsiteY2" fmla="*/ 5596633 h 5596633"/>
              <a:gd name="connsiteX3" fmla="*/ 0 w 10992671"/>
              <a:gd name="connsiteY3" fmla="*/ 544528 h 5596633"/>
              <a:gd name="connsiteX4" fmla="*/ 10988297 w 10992671"/>
              <a:gd name="connsiteY4" fmla="*/ 0 h 5596633"/>
              <a:gd name="connsiteX0" fmla="*/ 10983640 w 10992671"/>
              <a:gd name="connsiteY0" fmla="*/ 1810496 h 5387055"/>
              <a:gd name="connsiteX1" fmla="*/ 10992671 w 10992671"/>
              <a:gd name="connsiteY1" fmla="*/ 3562978 h 5387055"/>
              <a:gd name="connsiteX2" fmla="*/ 10129 w 10992671"/>
              <a:gd name="connsiteY2" fmla="*/ 5387055 h 5387055"/>
              <a:gd name="connsiteX3" fmla="*/ 0 w 10992671"/>
              <a:gd name="connsiteY3" fmla="*/ 544528 h 5387055"/>
              <a:gd name="connsiteX4" fmla="*/ 10988297 w 10992671"/>
              <a:gd name="connsiteY4" fmla="*/ 0 h 5387055"/>
              <a:gd name="connsiteX0" fmla="*/ 10983640 w 10992671"/>
              <a:gd name="connsiteY0" fmla="*/ 1810496 h 5387055"/>
              <a:gd name="connsiteX1" fmla="*/ 10992671 w 10992671"/>
              <a:gd name="connsiteY1" fmla="*/ 3562978 h 5387055"/>
              <a:gd name="connsiteX2" fmla="*/ 10129 w 10992671"/>
              <a:gd name="connsiteY2" fmla="*/ 5387055 h 5387055"/>
              <a:gd name="connsiteX3" fmla="*/ 0 w 10992671"/>
              <a:gd name="connsiteY3" fmla="*/ 544528 h 5387055"/>
              <a:gd name="connsiteX4" fmla="*/ 10988297 w 10992671"/>
              <a:gd name="connsiteY4" fmla="*/ 0 h 5387055"/>
              <a:gd name="connsiteX0" fmla="*/ 10983640 w 10989012"/>
              <a:gd name="connsiteY0" fmla="*/ 1810496 h 5387055"/>
              <a:gd name="connsiteX1" fmla="*/ 10989012 w 10989012"/>
              <a:gd name="connsiteY1" fmla="*/ 3299315 h 5387055"/>
              <a:gd name="connsiteX2" fmla="*/ 10129 w 10989012"/>
              <a:gd name="connsiteY2" fmla="*/ 5387055 h 5387055"/>
              <a:gd name="connsiteX3" fmla="*/ 0 w 10989012"/>
              <a:gd name="connsiteY3" fmla="*/ 544528 h 5387055"/>
              <a:gd name="connsiteX4" fmla="*/ 10988297 w 10989012"/>
              <a:gd name="connsiteY4" fmla="*/ 0 h 5387055"/>
              <a:gd name="connsiteX0" fmla="*/ 10983640 w 10989012"/>
              <a:gd name="connsiteY0" fmla="*/ 1810496 h 4988181"/>
              <a:gd name="connsiteX1" fmla="*/ 10989012 w 10989012"/>
              <a:gd name="connsiteY1" fmla="*/ 3299315 h 4988181"/>
              <a:gd name="connsiteX2" fmla="*/ 13786 w 10989012"/>
              <a:gd name="connsiteY2" fmla="*/ 4988181 h 4988181"/>
              <a:gd name="connsiteX3" fmla="*/ 0 w 10989012"/>
              <a:gd name="connsiteY3" fmla="*/ 544528 h 4988181"/>
              <a:gd name="connsiteX4" fmla="*/ 10988297 w 10989012"/>
              <a:gd name="connsiteY4" fmla="*/ 0 h 4988181"/>
              <a:gd name="connsiteX0" fmla="*/ 10983640 w 10989012"/>
              <a:gd name="connsiteY0" fmla="*/ 1810496 h 4988181"/>
              <a:gd name="connsiteX1" fmla="*/ 10989012 w 10989012"/>
              <a:gd name="connsiteY1" fmla="*/ 3299315 h 4988181"/>
              <a:gd name="connsiteX2" fmla="*/ 6470 w 10989012"/>
              <a:gd name="connsiteY2" fmla="*/ 4988181 h 4988181"/>
              <a:gd name="connsiteX3" fmla="*/ 0 w 10989012"/>
              <a:gd name="connsiteY3" fmla="*/ 544528 h 4988181"/>
              <a:gd name="connsiteX4" fmla="*/ 10988297 w 10989012"/>
              <a:gd name="connsiteY4" fmla="*/ 0 h 4988181"/>
              <a:gd name="connsiteX0" fmla="*/ 10983640 w 10989012"/>
              <a:gd name="connsiteY0" fmla="*/ 1810496 h 4907053"/>
              <a:gd name="connsiteX1" fmla="*/ 10989012 w 10989012"/>
              <a:gd name="connsiteY1" fmla="*/ 3299315 h 4907053"/>
              <a:gd name="connsiteX2" fmla="*/ 10128 w 10989012"/>
              <a:gd name="connsiteY2" fmla="*/ 4907053 h 4907053"/>
              <a:gd name="connsiteX3" fmla="*/ 0 w 10989012"/>
              <a:gd name="connsiteY3" fmla="*/ 544528 h 4907053"/>
              <a:gd name="connsiteX4" fmla="*/ 10988297 w 10989012"/>
              <a:gd name="connsiteY4" fmla="*/ 0 h 4907053"/>
              <a:gd name="connsiteX0" fmla="*/ 10983640 w 10989012"/>
              <a:gd name="connsiteY0" fmla="*/ 1810496 h 4907053"/>
              <a:gd name="connsiteX1" fmla="*/ 10989012 w 10989012"/>
              <a:gd name="connsiteY1" fmla="*/ 3089739 h 4907053"/>
              <a:gd name="connsiteX2" fmla="*/ 10128 w 10989012"/>
              <a:gd name="connsiteY2" fmla="*/ 4907053 h 4907053"/>
              <a:gd name="connsiteX3" fmla="*/ 0 w 10989012"/>
              <a:gd name="connsiteY3" fmla="*/ 544528 h 4907053"/>
              <a:gd name="connsiteX4" fmla="*/ 10988297 w 10989012"/>
              <a:gd name="connsiteY4" fmla="*/ 0 h 4907053"/>
              <a:gd name="connsiteX0" fmla="*/ 10983640 w 10989012"/>
              <a:gd name="connsiteY0" fmla="*/ 1810496 h 4907053"/>
              <a:gd name="connsiteX1" fmla="*/ 10989012 w 10989012"/>
              <a:gd name="connsiteY1" fmla="*/ 3035654 h 4907053"/>
              <a:gd name="connsiteX2" fmla="*/ 10128 w 10989012"/>
              <a:gd name="connsiteY2" fmla="*/ 4907053 h 4907053"/>
              <a:gd name="connsiteX3" fmla="*/ 0 w 10989012"/>
              <a:gd name="connsiteY3" fmla="*/ 544528 h 4907053"/>
              <a:gd name="connsiteX4" fmla="*/ 10988297 w 10989012"/>
              <a:gd name="connsiteY4" fmla="*/ 0 h 4907053"/>
              <a:gd name="connsiteX0" fmla="*/ 10983640 w 10989012"/>
              <a:gd name="connsiteY0" fmla="*/ 1810496 h 4873250"/>
              <a:gd name="connsiteX1" fmla="*/ 10989012 w 10989012"/>
              <a:gd name="connsiteY1" fmla="*/ 3035654 h 4873250"/>
              <a:gd name="connsiteX2" fmla="*/ 10128 w 10989012"/>
              <a:gd name="connsiteY2" fmla="*/ 4873250 h 4873250"/>
              <a:gd name="connsiteX3" fmla="*/ 0 w 10989012"/>
              <a:gd name="connsiteY3" fmla="*/ 544528 h 4873250"/>
              <a:gd name="connsiteX4" fmla="*/ 10988297 w 10989012"/>
              <a:gd name="connsiteY4" fmla="*/ 0 h 4873250"/>
              <a:gd name="connsiteX0" fmla="*/ 10983640 w 10989012"/>
              <a:gd name="connsiteY0" fmla="*/ 1265968 h 4328722"/>
              <a:gd name="connsiteX1" fmla="*/ 10989012 w 10989012"/>
              <a:gd name="connsiteY1" fmla="*/ 2491126 h 4328722"/>
              <a:gd name="connsiteX2" fmla="*/ 10128 w 10989012"/>
              <a:gd name="connsiteY2" fmla="*/ 4328722 h 4328722"/>
              <a:gd name="connsiteX3" fmla="*/ 0 w 10989012"/>
              <a:gd name="connsiteY3" fmla="*/ 0 h 4328722"/>
              <a:gd name="connsiteX4" fmla="*/ 10988297 w 10989012"/>
              <a:gd name="connsiteY4" fmla="*/ 4976 h 4328722"/>
              <a:gd name="connsiteX0" fmla="*/ 10983640 w 10989012"/>
              <a:gd name="connsiteY0" fmla="*/ 1265968 h 4328722"/>
              <a:gd name="connsiteX1" fmla="*/ 10989012 w 10989012"/>
              <a:gd name="connsiteY1" fmla="*/ 2491126 h 4328722"/>
              <a:gd name="connsiteX2" fmla="*/ 10128 w 10989012"/>
              <a:gd name="connsiteY2" fmla="*/ 4328722 h 4328722"/>
              <a:gd name="connsiteX3" fmla="*/ 0 w 10989012"/>
              <a:gd name="connsiteY3" fmla="*/ 0 h 4328722"/>
              <a:gd name="connsiteX4" fmla="*/ 10988297 w 10989012"/>
              <a:gd name="connsiteY4" fmla="*/ 22581 h 4328722"/>
              <a:gd name="connsiteX0" fmla="*/ 10983640 w 10993060"/>
              <a:gd name="connsiteY0" fmla="*/ 1265968 h 4328722"/>
              <a:gd name="connsiteX1" fmla="*/ 10989012 w 10993060"/>
              <a:gd name="connsiteY1" fmla="*/ 2491126 h 4328722"/>
              <a:gd name="connsiteX2" fmla="*/ 10128 w 10993060"/>
              <a:gd name="connsiteY2" fmla="*/ 4328722 h 4328722"/>
              <a:gd name="connsiteX3" fmla="*/ 0 w 10993060"/>
              <a:gd name="connsiteY3" fmla="*/ 0 h 4328722"/>
              <a:gd name="connsiteX4" fmla="*/ 10993060 w 10993060"/>
              <a:gd name="connsiteY4" fmla="*/ 16713 h 4328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3060" h="4328722">
                <a:moveTo>
                  <a:pt x="10983640" y="1265968"/>
                </a:moveTo>
                <a:cubicBezTo>
                  <a:pt x="10987548" y="1836985"/>
                  <a:pt x="10985104" y="1920109"/>
                  <a:pt x="10989012" y="2491126"/>
                </a:cubicBezTo>
                <a:cubicBezTo>
                  <a:pt x="7392320" y="3234363"/>
                  <a:pt x="3690960" y="3822104"/>
                  <a:pt x="10128" y="4328722"/>
                </a:cubicBezTo>
                <a:cubicBezTo>
                  <a:pt x="8825" y="3150241"/>
                  <a:pt x="1303" y="1178481"/>
                  <a:pt x="0" y="0"/>
                </a:cubicBezTo>
                <a:cubicBezTo>
                  <a:pt x="15705" y="1274"/>
                  <a:pt x="10993060" y="16713"/>
                  <a:pt x="10993060" y="16713"/>
                </a:cubicBezTo>
              </a:path>
            </a:pathLst>
          </a:custGeom>
          <a:gradFill flip="none" rotWithShape="1">
            <a:gsLst>
              <a:gs pos="90000">
                <a:schemeClr val="accent2"/>
              </a:gs>
              <a:gs pos="10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7E4369BD-8DE8-4282-B824-347C2DEA93B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4025" y="1"/>
            <a:ext cx="11012550" cy="3354102"/>
          </a:xfrm>
          <a:custGeom>
            <a:avLst/>
            <a:gdLst>
              <a:gd name="connsiteX0" fmla="*/ 0 w 10972800"/>
              <a:gd name="connsiteY0" fmla="*/ 0 h 2851150"/>
              <a:gd name="connsiteX1" fmla="*/ 10972800 w 10972800"/>
              <a:gd name="connsiteY1" fmla="*/ 0 h 2851150"/>
              <a:gd name="connsiteX2" fmla="*/ 10972800 w 10972800"/>
              <a:gd name="connsiteY2" fmla="*/ 2725327 h 2851150"/>
              <a:gd name="connsiteX3" fmla="*/ 10943164 w 10972800"/>
              <a:gd name="connsiteY3" fmla="*/ 2725682 h 2851150"/>
              <a:gd name="connsiteX4" fmla="*/ 470816 w 10972800"/>
              <a:gd name="connsiteY4" fmla="*/ 2850525 h 2851150"/>
              <a:gd name="connsiteX5" fmla="*/ 417185 w 10972800"/>
              <a:gd name="connsiteY5" fmla="*/ 2851150 h 2851150"/>
              <a:gd name="connsiteX6" fmla="*/ 0 w 10972800"/>
              <a:gd name="connsiteY6" fmla="*/ 2851150 h 2851150"/>
              <a:gd name="connsiteX0" fmla="*/ 1586 w 10974386"/>
              <a:gd name="connsiteY0" fmla="*/ 0 h 3003550"/>
              <a:gd name="connsiteX1" fmla="*/ 10974386 w 10974386"/>
              <a:gd name="connsiteY1" fmla="*/ 0 h 3003550"/>
              <a:gd name="connsiteX2" fmla="*/ 10974386 w 10974386"/>
              <a:gd name="connsiteY2" fmla="*/ 2725327 h 3003550"/>
              <a:gd name="connsiteX3" fmla="*/ 10944750 w 10974386"/>
              <a:gd name="connsiteY3" fmla="*/ 2725682 h 3003550"/>
              <a:gd name="connsiteX4" fmla="*/ 472402 w 10974386"/>
              <a:gd name="connsiteY4" fmla="*/ 2850525 h 3003550"/>
              <a:gd name="connsiteX5" fmla="*/ 418771 w 10974386"/>
              <a:gd name="connsiteY5" fmla="*/ 2851150 h 3003550"/>
              <a:gd name="connsiteX6" fmla="*/ 0 w 10974386"/>
              <a:gd name="connsiteY6" fmla="*/ 3003550 h 3003550"/>
              <a:gd name="connsiteX7" fmla="*/ 1586 w 10974386"/>
              <a:gd name="connsiteY7" fmla="*/ 0 h 3003550"/>
              <a:gd name="connsiteX0" fmla="*/ 1586 w 10974386"/>
              <a:gd name="connsiteY0" fmla="*/ 0 h 3003550"/>
              <a:gd name="connsiteX1" fmla="*/ 10974386 w 10974386"/>
              <a:gd name="connsiteY1" fmla="*/ 0 h 3003550"/>
              <a:gd name="connsiteX2" fmla="*/ 10974386 w 10974386"/>
              <a:gd name="connsiteY2" fmla="*/ 2725327 h 3003550"/>
              <a:gd name="connsiteX3" fmla="*/ 10944750 w 10974386"/>
              <a:gd name="connsiteY3" fmla="*/ 2725682 h 3003550"/>
              <a:gd name="connsiteX4" fmla="*/ 472402 w 10974386"/>
              <a:gd name="connsiteY4" fmla="*/ 2850525 h 3003550"/>
              <a:gd name="connsiteX5" fmla="*/ 423527 w 10974386"/>
              <a:gd name="connsiteY5" fmla="*/ 2984500 h 3003550"/>
              <a:gd name="connsiteX6" fmla="*/ 0 w 10974386"/>
              <a:gd name="connsiteY6" fmla="*/ 3003550 h 3003550"/>
              <a:gd name="connsiteX7" fmla="*/ 1586 w 10974386"/>
              <a:gd name="connsiteY7" fmla="*/ 0 h 3003550"/>
              <a:gd name="connsiteX0" fmla="*/ 1586 w 10974386"/>
              <a:gd name="connsiteY0" fmla="*/ 0 h 3003550"/>
              <a:gd name="connsiteX1" fmla="*/ 10974386 w 10974386"/>
              <a:gd name="connsiteY1" fmla="*/ 0 h 3003550"/>
              <a:gd name="connsiteX2" fmla="*/ 10974386 w 10974386"/>
              <a:gd name="connsiteY2" fmla="*/ 2725327 h 3003550"/>
              <a:gd name="connsiteX3" fmla="*/ 10944750 w 10974386"/>
              <a:gd name="connsiteY3" fmla="*/ 2725682 h 3003550"/>
              <a:gd name="connsiteX4" fmla="*/ 540576 w 10974386"/>
              <a:gd name="connsiteY4" fmla="*/ 2987050 h 3003550"/>
              <a:gd name="connsiteX5" fmla="*/ 423527 w 10974386"/>
              <a:gd name="connsiteY5" fmla="*/ 2984500 h 3003550"/>
              <a:gd name="connsiteX6" fmla="*/ 0 w 10974386"/>
              <a:gd name="connsiteY6" fmla="*/ 3003550 h 3003550"/>
              <a:gd name="connsiteX7" fmla="*/ 1586 w 10974386"/>
              <a:gd name="connsiteY7" fmla="*/ 0 h 3003550"/>
              <a:gd name="connsiteX0" fmla="*/ 1586 w 10974386"/>
              <a:gd name="connsiteY0" fmla="*/ 0 h 3033712"/>
              <a:gd name="connsiteX1" fmla="*/ 10974386 w 10974386"/>
              <a:gd name="connsiteY1" fmla="*/ 0 h 3033712"/>
              <a:gd name="connsiteX2" fmla="*/ 10974386 w 10974386"/>
              <a:gd name="connsiteY2" fmla="*/ 2725327 h 3033712"/>
              <a:gd name="connsiteX3" fmla="*/ 10944750 w 10974386"/>
              <a:gd name="connsiteY3" fmla="*/ 2725682 h 3033712"/>
              <a:gd name="connsiteX4" fmla="*/ 540576 w 10974386"/>
              <a:gd name="connsiteY4" fmla="*/ 2987050 h 3033712"/>
              <a:gd name="connsiteX5" fmla="*/ 423527 w 10974386"/>
              <a:gd name="connsiteY5" fmla="*/ 2984500 h 3033712"/>
              <a:gd name="connsiteX6" fmla="*/ 0 w 10974386"/>
              <a:gd name="connsiteY6" fmla="*/ 3033712 h 3033712"/>
              <a:gd name="connsiteX7" fmla="*/ 1586 w 10974386"/>
              <a:gd name="connsiteY7" fmla="*/ 0 h 3033712"/>
              <a:gd name="connsiteX0" fmla="*/ 1586 w 10974386"/>
              <a:gd name="connsiteY0" fmla="*/ 0 h 3033712"/>
              <a:gd name="connsiteX1" fmla="*/ 10974386 w 10974386"/>
              <a:gd name="connsiteY1" fmla="*/ 0 h 3033712"/>
              <a:gd name="connsiteX2" fmla="*/ 10974386 w 10974386"/>
              <a:gd name="connsiteY2" fmla="*/ 2725327 h 3033712"/>
              <a:gd name="connsiteX3" fmla="*/ 10944750 w 10974386"/>
              <a:gd name="connsiteY3" fmla="*/ 2725682 h 3033712"/>
              <a:gd name="connsiteX4" fmla="*/ 540576 w 10974386"/>
              <a:gd name="connsiteY4" fmla="*/ 2987050 h 3033712"/>
              <a:gd name="connsiteX5" fmla="*/ 418771 w 10974386"/>
              <a:gd name="connsiteY5" fmla="*/ 3011488 h 3033712"/>
              <a:gd name="connsiteX6" fmla="*/ 0 w 10974386"/>
              <a:gd name="connsiteY6" fmla="*/ 3033712 h 3033712"/>
              <a:gd name="connsiteX7" fmla="*/ 1586 w 10974386"/>
              <a:gd name="connsiteY7" fmla="*/ 0 h 3033712"/>
              <a:gd name="connsiteX0" fmla="*/ 1586 w 10974386"/>
              <a:gd name="connsiteY0" fmla="*/ 0 h 3033712"/>
              <a:gd name="connsiteX1" fmla="*/ 10974386 w 10974386"/>
              <a:gd name="connsiteY1" fmla="*/ 0 h 3033712"/>
              <a:gd name="connsiteX2" fmla="*/ 10974386 w 10974386"/>
              <a:gd name="connsiteY2" fmla="*/ 2725327 h 3033712"/>
              <a:gd name="connsiteX3" fmla="*/ 10944750 w 10974386"/>
              <a:gd name="connsiteY3" fmla="*/ 2725682 h 3033712"/>
              <a:gd name="connsiteX4" fmla="*/ 546918 w 10974386"/>
              <a:gd name="connsiteY4" fmla="*/ 3012450 h 3033712"/>
              <a:gd name="connsiteX5" fmla="*/ 418771 w 10974386"/>
              <a:gd name="connsiteY5" fmla="*/ 3011488 h 3033712"/>
              <a:gd name="connsiteX6" fmla="*/ 0 w 10974386"/>
              <a:gd name="connsiteY6" fmla="*/ 3033712 h 3033712"/>
              <a:gd name="connsiteX7" fmla="*/ 1586 w 10974386"/>
              <a:gd name="connsiteY7" fmla="*/ 0 h 3033712"/>
              <a:gd name="connsiteX0" fmla="*/ 1586 w 10974386"/>
              <a:gd name="connsiteY0" fmla="*/ 0 h 3033712"/>
              <a:gd name="connsiteX1" fmla="*/ 10974386 w 10974386"/>
              <a:gd name="connsiteY1" fmla="*/ 0 h 3033712"/>
              <a:gd name="connsiteX2" fmla="*/ 10974386 w 10974386"/>
              <a:gd name="connsiteY2" fmla="*/ 2725327 h 3033712"/>
              <a:gd name="connsiteX3" fmla="*/ 10944750 w 10974386"/>
              <a:gd name="connsiteY3" fmla="*/ 2725682 h 3033712"/>
              <a:gd name="connsiteX4" fmla="*/ 546918 w 10974386"/>
              <a:gd name="connsiteY4" fmla="*/ 3012450 h 3033712"/>
              <a:gd name="connsiteX5" fmla="*/ 0 w 10974386"/>
              <a:gd name="connsiteY5" fmla="*/ 3033712 h 3033712"/>
              <a:gd name="connsiteX6" fmla="*/ 1586 w 10974386"/>
              <a:gd name="connsiteY6" fmla="*/ 0 h 3033712"/>
              <a:gd name="connsiteX0" fmla="*/ 5239 w 10978039"/>
              <a:gd name="connsiteY0" fmla="*/ 0 h 3355581"/>
              <a:gd name="connsiteX1" fmla="*/ 10978039 w 10978039"/>
              <a:gd name="connsiteY1" fmla="*/ 0 h 3355581"/>
              <a:gd name="connsiteX2" fmla="*/ 10978039 w 10978039"/>
              <a:gd name="connsiteY2" fmla="*/ 2725327 h 3355581"/>
              <a:gd name="connsiteX3" fmla="*/ 10948403 w 10978039"/>
              <a:gd name="connsiteY3" fmla="*/ 2725682 h 3355581"/>
              <a:gd name="connsiteX4" fmla="*/ 550571 w 10978039"/>
              <a:gd name="connsiteY4" fmla="*/ 3012450 h 3355581"/>
              <a:gd name="connsiteX5" fmla="*/ 0 w 10978039"/>
              <a:gd name="connsiteY5" fmla="*/ 3355581 h 3355581"/>
              <a:gd name="connsiteX6" fmla="*/ 5239 w 10978039"/>
              <a:gd name="connsiteY6" fmla="*/ 0 h 3355581"/>
              <a:gd name="connsiteX0" fmla="*/ 5239 w 10978039"/>
              <a:gd name="connsiteY0" fmla="*/ 0 h 3355581"/>
              <a:gd name="connsiteX1" fmla="*/ 10978039 w 10978039"/>
              <a:gd name="connsiteY1" fmla="*/ 0 h 3355581"/>
              <a:gd name="connsiteX2" fmla="*/ 10978039 w 10978039"/>
              <a:gd name="connsiteY2" fmla="*/ 2725327 h 3355581"/>
              <a:gd name="connsiteX3" fmla="*/ 10948403 w 10978039"/>
              <a:gd name="connsiteY3" fmla="*/ 2725682 h 3355581"/>
              <a:gd name="connsiteX4" fmla="*/ 550571 w 10978039"/>
              <a:gd name="connsiteY4" fmla="*/ 3012450 h 3355581"/>
              <a:gd name="connsiteX5" fmla="*/ 0 w 10978039"/>
              <a:gd name="connsiteY5" fmla="*/ 3355581 h 3355581"/>
              <a:gd name="connsiteX6" fmla="*/ 5239 w 10978039"/>
              <a:gd name="connsiteY6" fmla="*/ 0 h 3355581"/>
              <a:gd name="connsiteX0" fmla="*/ 5239 w 10978039"/>
              <a:gd name="connsiteY0" fmla="*/ 0 h 3355581"/>
              <a:gd name="connsiteX1" fmla="*/ 10978039 w 10978039"/>
              <a:gd name="connsiteY1" fmla="*/ 0 h 3355581"/>
              <a:gd name="connsiteX2" fmla="*/ 10978039 w 10978039"/>
              <a:gd name="connsiteY2" fmla="*/ 2725327 h 3355581"/>
              <a:gd name="connsiteX3" fmla="*/ 10948403 w 10978039"/>
              <a:gd name="connsiteY3" fmla="*/ 2725682 h 3355581"/>
              <a:gd name="connsiteX4" fmla="*/ 0 w 10978039"/>
              <a:gd name="connsiteY4" fmla="*/ 3355581 h 3355581"/>
              <a:gd name="connsiteX5" fmla="*/ 5239 w 10978039"/>
              <a:gd name="connsiteY5" fmla="*/ 0 h 3355581"/>
              <a:gd name="connsiteX0" fmla="*/ 5239 w 10978039"/>
              <a:gd name="connsiteY0" fmla="*/ 0 h 3355581"/>
              <a:gd name="connsiteX1" fmla="*/ 10978039 w 10978039"/>
              <a:gd name="connsiteY1" fmla="*/ 0 h 3355581"/>
              <a:gd name="connsiteX2" fmla="*/ 10978039 w 10978039"/>
              <a:gd name="connsiteY2" fmla="*/ 2725327 h 3355581"/>
              <a:gd name="connsiteX3" fmla="*/ 10970319 w 10978039"/>
              <a:gd name="connsiteY3" fmla="*/ 3047550 h 3355581"/>
              <a:gd name="connsiteX4" fmla="*/ 0 w 10978039"/>
              <a:gd name="connsiteY4" fmla="*/ 3355581 h 3355581"/>
              <a:gd name="connsiteX5" fmla="*/ 5239 w 10978039"/>
              <a:gd name="connsiteY5" fmla="*/ 0 h 3355581"/>
              <a:gd name="connsiteX0" fmla="*/ 5239 w 10978039"/>
              <a:gd name="connsiteY0" fmla="*/ 0 h 3355581"/>
              <a:gd name="connsiteX1" fmla="*/ 10978039 w 10978039"/>
              <a:gd name="connsiteY1" fmla="*/ 0 h 3355581"/>
              <a:gd name="connsiteX2" fmla="*/ 10970319 w 10978039"/>
              <a:gd name="connsiteY2" fmla="*/ 3047550 h 3355581"/>
              <a:gd name="connsiteX3" fmla="*/ 0 w 10978039"/>
              <a:gd name="connsiteY3" fmla="*/ 3355581 h 3355581"/>
              <a:gd name="connsiteX4" fmla="*/ 5239 w 10978039"/>
              <a:gd name="connsiteY4" fmla="*/ 0 h 3355581"/>
              <a:gd name="connsiteX0" fmla="*/ 5239 w 10999717"/>
              <a:gd name="connsiteY0" fmla="*/ 0 h 3355581"/>
              <a:gd name="connsiteX1" fmla="*/ 10978039 w 10999717"/>
              <a:gd name="connsiteY1" fmla="*/ 0 h 3355581"/>
              <a:gd name="connsiteX2" fmla="*/ 10999542 w 10999717"/>
              <a:gd name="connsiteY2" fmla="*/ 3051207 h 3355581"/>
              <a:gd name="connsiteX3" fmla="*/ 0 w 10999717"/>
              <a:gd name="connsiteY3" fmla="*/ 3355581 h 3355581"/>
              <a:gd name="connsiteX4" fmla="*/ 5239 w 10999717"/>
              <a:gd name="connsiteY4" fmla="*/ 0 h 3355581"/>
              <a:gd name="connsiteX0" fmla="*/ 5239 w 10999717"/>
              <a:gd name="connsiteY0" fmla="*/ 0 h 3380761"/>
              <a:gd name="connsiteX1" fmla="*/ 10978039 w 10999717"/>
              <a:gd name="connsiteY1" fmla="*/ 0 h 3380761"/>
              <a:gd name="connsiteX2" fmla="*/ 10999542 w 10999717"/>
              <a:gd name="connsiteY2" fmla="*/ 3350927 h 3380761"/>
              <a:gd name="connsiteX3" fmla="*/ 0 w 10999717"/>
              <a:gd name="connsiteY3" fmla="*/ 3355581 h 3380761"/>
              <a:gd name="connsiteX4" fmla="*/ 5239 w 10999717"/>
              <a:gd name="connsiteY4" fmla="*/ 0 h 3380761"/>
              <a:gd name="connsiteX0" fmla="*/ 5239 w 10999717"/>
              <a:gd name="connsiteY0" fmla="*/ 0 h 3355581"/>
              <a:gd name="connsiteX1" fmla="*/ 10978039 w 10999717"/>
              <a:gd name="connsiteY1" fmla="*/ 0 h 3355581"/>
              <a:gd name="connsiteX2" fmla="*/ 10999542 w 10999717"/>
              <a:gd name="connsiteY2" fmla="*/ 3350927 h 3355581"/>
              <a:gd name="connsiteX3" fmla="*/ 0 w 10999717"/>
              <a:gd name="connsiteY3" fmla="*/ 3355581 h 3355581"/>
              <a:gd name="connsiteX4" fmla="*/ 5239 w 10999717"/>
              <a:gd name="connsiteY4" fmla="*/ 0 h 3355581"/>
              <a:gd name="connsiteX0" fmla="*/ 5239 w 10999717"/>
              <a:gd name="connsiteY0" fmla="*/ 0 h 3363583"/>
              <a:gd name="connsiteX1" fmla="*/ 10978039 w 10999717"/>
              <a:gd name="connsiteY1" fmla="*/ 0 h 3363583"/>
              <a:gd name="connsiteX2" fmla="*/ 10999542 w 10999717"/>
              <a:gd name="connsiteY2" fmla="*/ 3350927 h 3363583"/>
              <a:gd name="connsiteX3" fmla="*/ 0 w 10999717"/>
              <a:gd name="connsiteY3" fmla="*/ 3355581 h 3363583"/>
              <a:gd name="connsiteX4" fmla="*/ 5239 w 10999717"/>
              <a:gd name="connsiteY4" fmla="*/ 0 h 3363583"/>
              <a:gd name="connsiteX0" fmla="*/ 5239 w 10999717"/>
              <a:gd name="connsiteY0" fmla="*/ 0 h 3355581"/>
              <a:gd name="connsiteX1" fmla="*/ 10978039 w 10999717"/>
              <a:gd name="connsiteY1" fmla="*/ 0 h 3355581"/>
              <a:gd name="connsiteX2" fmla="*/ 10999542 w 10999717"/>
              <a:gd name="connsiteY2" fmla="*/ 3350927 h 3355581"/>
              <a:gd name="connsiteX3" fmla="*/ 0 w 10999717"/>
              <a:gd name="connsiteY3" fmla="*/ 3355581 h 3355581"/>
              <a:gd name="connsiteX4" fmla="*/ 5239 w 10999717"/>
              <a:gd name="connsiteY4" fmla="*/ 0 h 3355581"/>
              <a:gd name="connsiteX0" fmla="*/ 5239 w 10999717"/>
              <a:gd name="connsiteY0" fmla="*/ 0 h 3350927"/>
              <a:gd name="connsiteX1" fmla="*/ 10978039 w 10999717"/>
              <a:gd name="connsiteY1" fmla="*/ 0 h 3350927"/>
              <a:gd name="connsiteX2" fmla="*/ 10999542 w 10999717"/>
              <a:gd name="connsiteY2" fmla="*/ 3350927 h 3350927"/>
              <a:gd name="connsiteX3" fmla="*/ 0 w 10999717"/>
              <a:gd name="connsiteY3" fmla="*/ 3349231 h 3350927"/>
              <a:gd name="connsiteX4" fmla="*/ 5239 w 10999717"/>
              <a:gd name="connsiteY4" fmla="*/ 0 h 3350927"/>
              <a:gd name="connsiteX0" fmla="*/ 5239 w 10999717"/>
              <a:gd name="connsiteY0" fmla="*/ 0 h 3350927"/>
              <a:gd name="connsiteX1" fmla="*/ 10978039 w 10999717"/>
              <a:gd name="connsiteY1" fmla="*/ 0 h 3350927"/>
              <a:gd name="connsiteX2" fmla="*/ 10999542 w 10999717"/>
              <a:gd name="connsiteY2" fmla="*/ 3350927 h 3350927"/>
              <a:gd name="connsiteX3" fmla="*/ 0 w 10999717"/>
              <a:gd name="connsiteY3" fmla="*/ 3349231 h 3350927"/>
              <a:gd name="connsiteX4" fmla="*/ 5239 w 10999717"/>
              <a:gd name="connsiteY4" fmla="*/ 0 h 3350927"/>
              <a:gd name="connsiteX0" fmla="*/ 5239 w 10998142"/>
              <a:gd name="connsiteY0" fmla="*/ 0 h 3354102"/>
              <a:gd name="connsiteX1" fmla="*/ 10978039 w 10998142"/>
              <a:gd name="connsiteY1" fmla="*/ 0 h 3354102"/>
              <a:gd name="connsiteX2" fmla="*/ 10997957 w 10998142"/>
              <a:gd name="connsiteY2" fmla="*/ 3354102 h 3354102"/>
              <a:gd name="connsiteX3" fmla="*/ 0 w 10998142"/>
              <a:gd name="connsiteY3" fmla="*/ 3349231 h 3354102"/>
              <a:gd name="connsiteX4" fmla="*/ 5239 w 10998142"/>
              <a:gd name="connsiteY4" fmla="*/ 0 h 3354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8142" h="3354102">
                <a:moveTo>
                  <a:pt x="5239" y="0"/>
                </a:moveTo>
                <a:lnTo>
                  <a:pt x="10978039" y="0"/>
                </a:lnTo>
                <a:cubicBezTo>
                  <a:pt x="10975466" y="1015850"/>
                  <a:pt x="11000530" y="2338252"/>
                  <a:pt x="10997957" y="3354102"/>
                </a:cubicBezTo>
                <a:lnTo>
                  <a:pt x="0" y="3349231"/>
                </a:lnTo>
                <a:cubicBezTo>
                  <a:pt x="0" y="2398848"/>
                  <a:pt x="5239" y="950383"/>
                  <a:pt x="5239" y="0"/>
                </a:cubicBezTo>
                <a:close/>
              </a:path>
            </a:pathLst>
          </a:custGeom>
          <a:ln>
            <a:noFill/>
          </a:ln>
        </p:spPr>
        <p:txBody>
          <a:bodyPr wrap="square" lIns="324000" tIns="72000" rIns="0">
            <a:noAutofit/>
          </a:bodyPr>
          <a:lstStyle>
            <a:lvl1pPr marL="0" indent="0">
              <a:buNone/>
              <a:defRPr lang="de-DE" sz="1100" smtClean="0">
                <a:effectLst/>
              </a:defRPr>
            </a:lvl1pPr>
          </a:lstStyle>
          <a:p>
            <a:r>
              <a:rPr lang="en-US" sz="1100" b="0" i="0" u="none" strike="noStrike" baseline="0" noProof="1">
                <a:solidFill>
                  <a:srgbClr val="000000"/>
                </a:solidFill>
                <a:latin typeface="Arial" panose="020B0604020202020204" pitchFamily="34" charset="0"/>
              </a:rPr>
              <a:t>Please insert picture – you can find pictures and graphics in the media database of the ETAS brand portal</a:t>
            </a:r>
          </a:p>
        </p:txBody>
      </p:sp>
      <p:sp>
        <p:nvSpPr>
          <p:cNvPr id="10" name="Gradient transparent">
            <a:extLst>
              <a:ext uri="{FF2B5EF4-FFF2-40B4-BE49-F238E27FC236}">
                <a16:creationId xmlns:a16="http://schemas.microsoft.com/office/drawing/2014/main" id="{EDC975AF-9FF5-4B7C-97A4-D95B7826444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14025" y="2480063"/>
            <a:ext cx="10990703" cy="875518"/>
          </a:xfrm>
          <a:custGeom>
            <a:avLst/>
            <a:gdLst>
              <a:gd name="connsiteX0" fmla="*/ 0 w 10987088"/>
              <a:gd name="connsiteY0" fmla="*/ 0 h 503238"/>
              <a:gd name="connsiteX1" fmla="*/ 10987088 w 10987088"/>
              <a:gd name="connsiteY1" fmla="*/ 0 h 503238"/>
              <a:gd name="connsiteX2" fmla="*/ 10987088 w 10987088"/>
              <a:gd name="connsiteY2" fmla="*/ 503238 h 503238"/>
              <a:gd name="connsiteX3" fmla="*/ 0 w 10987088"/>
              <a:gd name="connsiteY3" fmla="*/ 503238 h 503238"/>
              <a:gd name="connsiteX4" fmla="*/ 0 w 10987088"/>
              <a:gd name="connsiteY4" fmla="*/ 0 h 503238"/>
              <a:gd name="connsiteX0" fmla="*/ 0 w 10987088"/>
              <a:gd name="connsiteY0" fmla="*/ 402167 h 905405"/>
              <a:gd name="connsiteX1" fmla="*/ 10978621 w 10987088"/>
              <a:gd name="connsiteY1" fmla="*/ 0 h 905405"/>
              <a:gd name="connsiteX2" fmla="*/ 10987088 w 10987088"/>
              <a:gd name="connsiteY2" fmla="*/ 905405 h 905405"/>
              <a:gd name="connsiteX3" fmla="*/ 0 w 10987088"/>
              <a:gd name="connsiteY3" fmla="*/ 905405 h 905405"/>
              <a:gd name="connsiteX4" fmla="*/ 0 w 10987088"/>
              <a:gd name="connsiteY4" fmla="*/ 402167 h 905405"/>
              <a:gd name="connsiteX0" fmla="*/ 0 w 10991321"/>
              <a:gd name="connsiteY0" fmla="*/ 402167 h 905405"/>
              <a:gd name="connsiteX1" fmla="*/ 10978621 w 10991321"/>
              <a:gd name="connsiteY1" fmla="*/ 0 h 905405"/>
              <a:gd name="connsiteX2" fmla="*/ 10991321 w 10991321"/>
              <a:gd name="connsiteY2" fmla="*/ 778405 h 905405"/>
              <a:gd name="connsiteX3" fmla="*/ 0 w 10991321"/>
              <a:gd name="connsiteY3" fmla="*/ 905405 h 905405"/>
              <a:gd name="connsiteX4" fmla="*/ 0 w 10991321"/>
              <a:gd name="connsiteY4" fmla="*/ 402167 h 905405"/>
              <a:gd name="connsiteX0" fmla="*/ 0 w 10991321"/>
              <a:gd name="connsiteY0" fmla="*/ 402167 h 905405"/>
              <a:gd name="connsiteX1" fmla="*/ 10978621 w 10991321"/>
              <a:gd name="connsiteY1" fmla="*/ 0 h 905405"/>
              <a:gd name="connsiteX2" fmla="*/ 10991321 w 10991321"/>
              <a:gd name="connsiteY2" fmla="*/ 697842 h 905405"/>
              <a:gd name="connsiteX3" fmla="*/ 0 w 10991321"/>
              <a:gd name="connsiteY3" fmla="*/ 905405 h 905405"/>
              <a:gd name="connsiteX4" fmla="*/ 0 w 10991321"/>
              <a:gd name="connsiteY4" fmla="*/ 402167 h 905405"/>
              <a:gd name="connsiteX0" fmla="*/ 0 w 10991321"/>
              <a:gd name="connsiteY0" fmla="*/ 717090 h 1220328"/>
              <a:gd name="connsiteX1" fmla="*/ 10987075 w 10991321"/>
              <a:gd name="connsiteY1" fmla="*/ 0 h 1220328"/>
              <a:gd name="connsiteX2" fmla="*/ 10991321 w 10991321"/>
              <a:gd name="connsiteY2" fmla="*/ 1012765 h 1220328"/>
              <a:gd name="connsiteX3" fmla="*/ 0 w 10991321"/>
              <a:gd name="connsiteY3" fmla="*/ 1220328 h 1220328"/>
              <a:gd name="connsiteX4" fmla="*/ 0 w 10991321"/>
              <a:gd name="connsiteY4" fmla="*/ 717090 h 1220328"/>
              <a:gd name="connsiteX0" fmla="*/ 0 w 10991321"/>
              <a:gd name="connsiteY0" fmla="*/ 717090 h 1455396"/>
              <a:gd name="connsiteX1" fmla="*/ 10987075 w 10991321"/>
              <a:gd name="connsiteY1" fmla="*/ 0 h 1455396"/>
              <a:gd name="connsiteX2" fmla="*/ 10991321 w 10991321"/>
              <a:gd name="connsiteY2" fmla="*/ 1012765 h 1455396"/>
              <a:gd name="connsiteX3" fmla="*/ 18334 w 10991321"/>
              <a:gd name="connsiteY3" fmla="*/ 1455396 h 1455396"/>
              <a:gd name="connsiteX4" fmla="*/ 0 w 10991321"/>
              <a:gd name="connsiteY4" fmla="*/ 717090 h 1455396"/>
              <a:gd name="connsiteX0" fmla="*/ 0 w 10987654"/>
              <a:gd name="connsiteY0" fmla="*/ 1015689 h 1455396"/>
              <a:gd name="connsiteX1" fmla="*/ 10983408 w 10987654"/>
              <a:gd name="connsiteY1" fmla="*/ 0 h 1455396"/>
              <a:gd name="connsiteX2" fmla="*/ 10987654 w 10987654"/>
              <a:gd name="connsiteY2" fmla="*/ 1012765 h 1455396"/>
              <a:gd name="connsiteX3" fmla="*/ 14667 w 10987654"/>
              <a:gd name="connsiteY3" fmla="*/ 1455396 h 1455396"/>
              <a:gd name="connsiteX4" fmla="*/ 0 w 10987654"/>
              <a:gd name="connsiteY4" fmla="*/ 1015689 h 1455396"/>
              <a:gd name="connsiteX0" fmla="*/ 0 w 10987654"/>
              <a:gd name="connsiteY0" fmla="*/ 1015689 h 1455396"/>
              <a:gd name="connsiteX1" fmla="*/ 10983408 w 10987654"/>
              <a:gd name="connsiteY1" fmla="*/ 0 h 1455396"/>
              <a:gd name="connsiteX2" fmla="*/ 10987654 w 10987654"/>
              <a:gd name="connsiteY2" fmla="*/ 1012765 h 1455396"/>
              <a:gd name="connsiteX3" fmla="*/ 3667 w 10987654"/>
              <a:gd name="connsiteY3" fmla="*/ 1455396 h 1455396"/>
              <a:gd name="connsiteX4" fmla="*/ 0 w 10987654"/>
              <a:gd name="connsiteY4" fmla="*/ 1015689 h 1455396"/>
              <a:gd name="connsiteX0" fmla="*/ 352 w 10984340"/>
              <a:gd name="connsiteY0" fmla="*/ 1098281 h 1455396"/>
              <a:gd name="connsiteX1" fmla="*/ 10980094 w 10984340"/>
              <a:gd name="connsiteY1" fmla="*/ 0 h 1455396"/>
              <a:gd name="connsiteX2" fmla="*/ 10984340 w 10984340"/>
              <a:gd name="connsiteY2" fmla="*/ 1012765 h 1455396"/>
              <a:gd name="connsiteX3" fmla="*/ 353 w 10984340"/>
              <a:gd name="connsiteY3" fmla="*/ 1455396 h 1455396"/>
              <a:gd name="connsiteX4" fmla="*/ 352 w 10984340"/>
              <a:gd name="connsiteY4" fmla="*/ 1098281 h 1455396"/>
              <a:gd name="connsiteX0" fmla="*/ 8024 w 10992012"/>
              <a:gd name="connsiteY0" fmla="*/ 1098281 h 1455396"/>
              <a:gd name="connsiteX1" fmla="*/ 10987766 w 10992012"/>
              <a:gd name="connsiteY1" fmla="*/ 0 h 1455396"/>
              <a:gd name="connsiteX2" fmla="*/ 10992012 w 10992012"/>
              <a:gd name="connsiteY2" fmla="*/ 1012765 h 1455396"/>
              <a:gd name="connsiteX3" fmla="*/ 100 w 10992012"/>
              <a:gd name="connsiteY3" fmla="*/ 1455396 h 1455396"/>
              <a:gd name="connsiteX4" fmla="*/ 8024 w 10992012"/>
              <a:gd name="connsiteY4" fmla="*/ 1098281 h 1455396"/>
              <a:gd name="connsiteX0" fmla="*/ 1818 w 10985806"/>
              <a:gd name="connsiteY0" fmla="*/ 1098281 h 1469129"/>
              <a:gd name="connsiteX1" fmla="*/ 10981560 w 10985806"/>
              <a:gd name="connsiteY1" fmla="*/ 0 h 1469129"/>
              <a:gd name="connsiteX2" fmla="*/ 10985806 w 10985806"/>
              <a:gd name="connsiteY2" fmla="*/ 1012765 h 1469129"/>
              <a:gd name="connsiteX3" fmla="*/ 234 w 10985806"/>
              <a:gd name="connsiteY3" fmla="*/ 1469129 h 1469129"/>
              <a:gd name="connsiteX4" fmla="*/ 1818 w 10985806"/>
              <a:gd name="connsiteY4" fmla="*/ 1098281 h 1469129"/>
              <a:gd name="connsiteX0" fmla="*/ 1818 w 10985806"/>
              <a:gd name="connsiteY0" fmla="*/ 1098281 h 1477367"/>
              <a:gd name="connsiteX1" fmla="*/ 10981560 w 10985806"/>
              <a:gd name="connsiteY1" fmla="*/ 0 h 1477367"/>
              <a:gd name="connsiteX2" fmla="*/ 10985806 w 10985806"/>
              <a:gd name="connsiteY2" fmla="*/ 1012765 h 1477367"/>
              <a:gd name="connsiteX3" fmla="*/ 234 w 10985806"/>
              <a:gd name="connsiteY3" fmla="*/ 1477367 h 1477367"/>
              <a:gd name="connsiteX4" fmla="*/ 1818 w 10985806"/>
              <a:gd name="connsiteY4" fmla="*/ 1098281 h 1477367"/>
              <a:gd name="connsiteX0" fmla="*/ 1818 w 10985806"/>
              <a:gd name="connsiteY0" fmla="*/ 1098281 h 1493846"/>
              <a:gd name="connsiteX1" fmla="*/ 10981560 w 10985806"/>
              <a:gd name="connsiteY1" fmla="*/ 0 h 1493846"/>
              <a:gd name="connsiteX2" fmla="*/ 10985806 w 10985806"/>
              <a:gd name="connsiteY2" fmla="*/ 1012765 h 1493846"/>
              <a:gd name="connsiteX3" fmla="*/ 234 w 10985806"/>
              <a:gd name="connsiteY3" fmla="*/ 1493846 h 1493846"/>
              <a:gd name="connsiteX4" fmla="*/ 1818 w 10985806"/>
              <a:gd name="connsiteY4" fmla="*/ 1098281 h 1493846"/>
              <a:gd name="connsiteX0" fmla="*/ 6455 w 10990443"/>
              <a:gd name="connsiteY0" fmla="*/ 1098281 h 1502086"/>
              <a:gd name="connsiteX1" fmla="*/ 10986197 w 10990443"/>
              <a:gd name="connsiteY1" fmla="*/ 0 h 1502086"/>
              <a:gd name="connsiteX2" fmla="*/ 10990443 w 10990443"/>
              <a:gd name="connsiteY2" fmla="*/ 1012765 h 1502086"/>
              <a:gd name="connsiteX3" fmla="*/ 116 w 10990443"/>
              <a:gd name="connsiteY3" fmla="*/ 1502086 h 1502086"/>
              <a:gd name="connsiteX4" fmla="*/ 6455 w 10990443"/>
              <a:gd name="connsiteY4" fmla="*/ 1098281 h 1502086"/>
              <a:gd name="connsiteX0" fmla="*/ 3345 w 10987333"/>
              <a:gd name="connsiteY0" fmla="*/ 1098281 h 1504832"/>
              <a:gd name="connsiteX1" fmla="*/ 10983087 w 10987333"/>
              <a:gd name="connsiteY1" fmla="*/ 0 h 1504832"/>
              <a:gd name="connsiteX2" fmla="*/ 10987333 w 10987333"/>
              <a:gd name="connsiteY2" fmla="*/ 1012765 h 1504832"/>
              <a:gd name="connsiteX3" fmla="*/ 176 w 10987333"/>
              <a:gd name="connsiteY3" fmla="*/ 1504832 h 1504832"/>
              <a:gd name="connsiteX4" fmla="*/ 3345 w 10987333"/>
              <a:gd name="connsiteY4" fmla="*/ 1098281 h 1504832"/>
              <a:gd name="connsiteX0" fmla="*/ 0 w 10997220"/>
              <a:gd name="connsiteY0" fmla="*/ 104561 h 1619237"/>
              <a:gd name="connsiteX1" fmla="*/ 10992974 w 10997220"/>
              <a:gd name="connsiteY1" fmla="*/ 114405 h 1619237"/>
              <a:gd name="connsiteX2" fmla="*/ 10997220 w 10997220"/>
              <a:gd name="connsiteY2" fmla="*/ 1127170 h 1619237"/>
              <a:gd name="connsiteX3" fmla="*/ 10063 w 10997220"/>
              <a:gd name="connsiteY3" fmla="*/ 1619237 h 1619237"/>
              <a:gd name="connsiteX4" fmla="*/ 0 w 10997220"/>
              <a:gd name="connsiteY4" fmla="*/ 104561 h 1619237"/>
              <a:gd name="connsiteX0" fmla="*/ 0 w 10997220"/>
              <a:gd name="connsiteY0" fmla="*/ 0 h 1514676"/>
              <a:gd name="connsiteX1" fmla="*/ 10992974 w 10997220"/>
              <a:gd name="connsiteY1" fmla="*/ 9844 h 1514676"/>
              <a:gd name="connsiteX2" fmla="*/ 10997220 w 10997220"/>
              <a:gd name="connsiteY2" fmla="*/ 1022609 h 1514676"/>
              <a:gd name="connsiteX3" fmla="*/ 10063 w 10997220"/>
              <a:gd name="connsiteY3" fmla="*/ 1514676 h 1514676"/>
              <a:gd name="connsiteX4" fmla="*/ 0 w 10997220"/>
              <a:gd name="connsiteY4" fmla="*/ 0 h 1514676"/>
              <a:gd name="connsiteX0" fmla="*/ 0 w 10997220"/>
              <a:gd name="connsiteY0" fmla="*/ 0 h 1514676"/>
              <a:gd name="connsiteX1" fmla="*/ 10992974 w 10997220"/>
              <a:gd name="connsiteY1" fmla="*/ 9844 h 1514676"/>
              <a:gd name="connsiteX2" fmla="*/ 10997220 w 10997220"/>
              <a:gd name="connsiteY2" fmla="*/ 1511712 h 1514676"/>
              <a:gd name="connsiteX3" fmla="*/ 10063 w 10997220"/>
              <a:gd name="connsiteY3" fmla="*/ 1514676 h 1514676"/>
              <a:gd name="connsiteX4" fmla="*/ 0 w 10997220"/>
              <a:gd name="connsiteY4" fmla="*/ 0 h 1514676"/>
              <a:gd name="connsiteX0" fmla="*/ 0 w 11006568"/>
              <a:gd name="connsiteY0" fmla="*/ 0 h 1514676"/>
              <a:gd name="connsiteX1" fmla="*/ 11006205 w 11006568"/>
              <a:gd name="connsiteY1" fmla="*/ 1117969 h 1514676"/>
              <a:gd name="connsiteX2" fmla="*/ 10997220 w 11006568"/>
              <a:gd name="connsiteY2" fmla="*/ 1511712 h 1514676"/>
              <a:gd name="connsiteX3" fmla="*/ 10063 w 11006568"/>
              <a:gd name="connsiteY3" fmla="*/ 1514676 h 1514676"/>
              <a:gd name="connsiteX4" fmla="*/ 0 w 11006568"/>
              <a:gd name="connsiteY4" fmla="*/ 0 h 1514676"/>
              <a:gd name="connsiteX0" fmla="*/ 0 w 11006568"/>
              <a:gd name="connsiteY0" fmla="*/ 0 h 1514676"/>
              <a:gd name="connsiteX1" fmla="*/ 11006205 w 11006568"/>
              <a:gd name="connsiteY1" fmla="*/ 1117969 h 1514676"/>
              <a:gd name="connsiteX2" fmla="*/ 10997220 w 11006568"/>
              <a:gd name="connsiteY2" fmla="*/ 1511712 h 1514676"/>
              <a:gd name="connsiteX3" fmla="*/ 10063 w 11006568"/>
              <a:gd name="connsiteY3" fmla="*/ 1514676 h 1514676"/>
              <a:gd name="connsiteX4" fmla="*/ 0 w 11006568"/>
              <a:gd name="connsiteY4" fmla="*/ 0 h 1514676"/>
              <a:gd name="connsiteX0" fmla="*/ 0 w 11006568"/>
              <a:gd name="connsiteY0" fmla="*/ 0 h 1514676"/>
              <a:gd name="connsiteX1" fmla="*/ 11006205 w 11006568"/>
              <a:gd name="connsiteY1" fmla="*/ 1117969 h 1514676"/>
              <a:gd name="connsiteX2" fmla="*/ 10997220 w 11006568"/>
              <a:gd name="connsiteY2" fmla="*/ 1511712 h 1514676"/>
              <a:gd name="connsiteX3" fmla="*/ 10063 w 11006568"/>
              <a:gd name="connsiteY3" fmla="*/ 1514676 h 1514676"/>
              <a:gd name="connsiteX4" fmla="*/ 0 w 11006568"/>
              <a:gd name="connsiteY4" fmla="*/ 0 h 1514676"/>
              <a:gd name="connsiteX0" fmla="*/ 0 w 10997220"/>
              <a:gd name="connsiteY0" fmla="*/ 0 h 1514676"/>
              <a:gd name="connsiteX1" fmla="*/ 10972918 w 10997220"/>
              <a:gd name="connsiteY1" fmla="*/ 988887 h 1514676"/>
              <a:gd name="connsiteX2" fmla="*/ 10997220 w 10997220"/>
              <a:gd name="connsiteY2" fmla="*/ 1511712 h 1514676"/>
              <a:gd name="connsiteX3" fmla="*/ 10063 w 10997220"/>
              <a:gd name="connsiteY3" fmla="*/ 1514676 h 1514676"/>
              <a:gd name="connsiteX4" fmla="*/ 0 w 10997220"/>
              <a:gd name="connsiteY4" fmla="*/ 0 h 1514676"/>
              <a:gd name="connsiteX0" fmla="*/ 0 w 10997220"/>
              <a:gd name="connsiteY0" fmla="*/ 0 h 1514676"/>
              <a:gd name="connsiteX1" fmla="*/ 10972918 w 10997220"/>
              <a:gd name="connsiteY1" fmla="*/ 997126 h 1514676"/>
              <a:gd name="connsiteX2" fmla="*/ 10997220 w 10997220"/>
              <a:gd name="connsiteY2" fmla="*/ 1511712 h 1514676"/>
              <a:gd name="connsiteX3" fmla="*/ 10063 w 10997220"/>
              <a:gd name="connsiteY3" fmla="*/ 1514676 h 1514676"/>
              <a:gd name="connsiteX4" fmla="*/ 0 w 10997220"/>
              <a:gd name="connsiteY4" fmla="*/ 0 h 1514676"/>
              <a:gd name="connsiteX0" fmla="*/ 0 w 10973798"/>
              <a:gd name="connsiteY0" fmla="*/ 0 h 1514676"/>
              <a:gd name="connsiteX1" fmla="*/ 10972918 w 10973798"/>
              <a:gd name="connsiteY1" fmla="*/ 997126 h 1514676"/>
              <a:gd name="connsiteX2" fmla="*/ 10973444 w 10973798"/>
              <a:gd name="connsiteY2" fmla="*/ 1511712 h 1514676"/>
              <a:gd name="connsiteX3" fmla="*/ 10063 w 10973798"/>
              <a:gd name="connsiteY3" fmla="*/ 1514676 h 1514676"/>
              <a:gd name="connsiteX4" fmla="*/ 0 w 10973798"/>
              <a:gd name="connsiteY4" fmla="*/ 0 h 1514676"/>
              <a:gd name="connsiteX0" fmla="*/ 0 w 10973798"/>
              <a:gd name="connsiteY0" fmla="*/ 0 h 1514676"/>
              <a:gd name="connsiteX1" fmla="*/ 10972918 w 10973798"/>
              <a:gd name="connsiteY1" fmla="*/ 997126 h 1514676"/>
              <a:gd name="connsiteX2" fmla="*/ 10973444 w 10973798"/>
              <a:gd name="connsiteY2" fmla="*/ 1511712 h 1514676"/>
              <a:gd name="connsiteX3" fmla="*/ 10063 w 10973798"/>
              <a:gd name="connsiteY3" fmla="*/ 1514676 h 1514676"/>
              <a:gd name="connsiteX4" fmla="*/ 0 w 10973798"/>
              <a:gd name="connsiteY4" fmla="*/ 0 h 151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3798" h="1514676">
                <a:moveTo>
                  <a:pt x="0" y="0"/>
                </a:moveTo>
                <a:lnTo>
                  <a:pt x="10972918" y="997126"/>
                </a:lnTo>
                <a:cubicBezTo>
                  <a:pt x="10975740" y="1298928"/>
                  <a:pt x="10970622" y="1209910"/>
                  <a:pt x="10973444" y="1511712"/>
                </a:cubicBezTo>
                <a:lnTo>
                  <a:pt x="10063" y="1514676"/>
                </a:lnTo>
                <a:cubicBezTo>
                  <a:pt x="8841" y="1368107"/>
                  <a:pt x="1222" y="146569"/>
                  <a:pt x="0" y="0"/>
                </a:cubicBezTo>
                <a:close/>
              </a:path>
            </a:pathLst>
          </a:custGeom>
          <a:gradFill>
            <a:gsLst>
              <a:gs pos="90000">
                <a:schemeClr val="accent2">
                  <a:alpha val="85000"/>
                </a:schemeClr>
              </a:gs>
              <a:gs pos="10000">
                <a:schemeClr val="tx2"/>
              </a:gs>
            </a:gsLst>
            <a:lin ang="0" scaled="1"/>
          </a:gradFill>
          <a:ln>
            <a:noFill/>
          </a:ln>
        </p:spPr>
        <p:txBody>
          <a:bodyPr lIns="360000" tIns="360000" anchor="b" anchorCtr="0">
            <a:normAutofit/>
          </a:bodyPr>
          <a:lstStyle>
            <a:lvl1pPr marL="0" marR="0" indent="0" algn="l" defTabSz="61708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 panose="020B0604020202020204" pitchFamily="34" charset="0"/>
              <a:buNone/>
              <a:tabLst/>
              <a:defRPr lang="de-DE" sz="80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61708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000" noProof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Please do not edit this picture</a:t>
            </a:r>
            <a:endParaRPr lang="en-US" noProof="1"/>
          </a:p>
        </p:txBody>
      </p:sp>
      <p:sp>
        <p:nvSpPr>
          <p:cNvPr id="9" name="Red lines">
            <a:extLst>
              <a:ext uri="{FF2B5EF4-FFF2-40B4-BE49-F238E27FC236}">
                <a16:creationId xmlns:a16="http://schemas.microsoft.com/office/drawing/2014/main" id="{115D7CC6-FE78-4572-BC8B-102136C604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1100" y="2395056"/>
            <a:ext cx="11399520" cy="1300307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r="2430"/>
            </a:stretch>
          </a:blipFill>
        </p:spPr>
        <p:txBody>
          <a:bodyPr/>
          <a:lstStyle>
            <a:lvl1pPr marL="350838" indent="0">
              <a:buNone/>
              <a:defRPr sz="8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noProof="1"/>
              <a:t>Please do not edit this picture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64BD385-2121-4FD0-A34A-CAA6A23E249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20400" y="4246513"/>
            <a:ext cx="10033292" cy="59530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Subtitle (optional)</a:t>
            </a:r>
            <a:endParaRPr lang="en-US" dirty="0"/>
          </a:p>
        </p:txBody>
      </p:sp>
      <p:sp>
        <p:nvSpPr>
          <p:cNvPr id="8" name="Chapter_title">
            <a:extLst>
              <a:ext uri="{FF2B5EF4-FFF2-40B4-BE49-F238E27FC236}">
                <a16:creationId xmlns:a16="http://schemas.microsoft.com/office/drawing/2014/main" id="{078D96A2-1308-465A-B2EA-44A4E6F6DB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800" y="3742273"/>
            <a:ext cx="10029057" cy="487313"/>
          </a:xfrm>
          <a:prstGeom prst="rect">
            <a:avLst/>
          </a:prstGeom>
          <a:noFill/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406337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">
          <p15:clr>
            <a:srgbClr val="FBAE40"/>
          </p15:clr>
        </p15:guide>
        <p15:guide id="2" orient="horz" pos="2352">
          <p15:clr>
            <a:srgbClr val="FBAE40"/>
          </p15:clr>
        </p15:guide>
        <p15:guide id="3" orient="horz" pos="3048">
          <p15:clr>
            <a:srgbClr val="FBAE40"/>
          </p15:clr>
        </p15:guide>
        <p15:guide id="4" pos="65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440D51-D747-47FA-91DE-26557B98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Gradient">
            <a:extLst>
              <a:ext uri="{FF2B5EF4-FFF2-40B4-BE49-F238E27FC236}">
                <a16:creationId xmlns:a16="http://schemas.microsoft.com/office/drawing/2014/main" id="{B1A1EAD3-08F1-4638-9F96-4EB3D8C402CD}"/>
              </a:ext>
            </a:extLst>
          </p:cNvPr>
          <p:cNvSpPr/>
          <p:nvPr userDrawn="1"/>
        </p:nvSpPr>
        <p:spPr>
          <a:xfrm flipV="1">
            <a:off x="1" y="0"/>
            <a:ext cx="10981850" cy="1426614"/>
          </a:xfrm>
          <a:custGeom>
            <a:avLst/>
            <a:gdLst>
              <a:gd name="connsiteX0" fmla="*/ 0 w 9144000"/>
              <a:gd name="connsiteY0" fmla="*/ 0 h 5138736"/>
              <a:gd name="connsiteX1" fmla="*/ 9144000 w 9144000"/>
              <a:gd name="connsiteY1" fmla="*/ 0 h 5138736"/>
              <a:gd name="connsiteX2" fmla="*/ 9144000 w 9144000"/>
              <a:gd name="connsiteY2" fmla="*/ 5138736 h 5138736"/>
              <a:gd name="connsiteX3" fmla="*/ 0 w 9144000"/>
              <a:gd name="connsiteY3" fmla="*/ 5138736 h 5138736"/>
              <a:gd name="connsiteX4" fmla="*/ 0 w 9144000"/>
              <a:gd name="connsiteY4" fmla="*/ 0 h 5138736"/>
              <a:gd name="connsiteX0" fmla="*/ 0 w 9144000"/>
              <a:gd name="connsiteY0" fmla="*/ 0 h 5138736"/>
              <a:gd name="connsiteX1" fmla="*/ 9144000 w 9144000"/>
              <a:gd name="connsiteY1" fmla="*/ 0 h 5138736"/>
              <a:gd name="connsiteX2" fmla="*/ 9144000 w 9144000"/>
              <a:gd name="connsiteY2" fmla="*/ 5138736 h 5138736"/>
              <a:gd name="connsiteX3" fmla="*/ 0 w 9144000"/>
              <a:gd name="connsiteY3" fmla="*/ 5138736 h 5138736"/>
              <a:gd name="connsiteX4" fmla="*/ 0 w 9144000"/>
              <a:gd name="connsiteY4" fmla="*/ 478629 h 5138736"/>
              <a:gd name="connsiteX5" fmla="*/ 0 w 9144000"/>
              <a:gd name="connsiteY5" fmla="*/ 0 h 5138736"/>
              <a:gd name="connsiteX0" fmla="*/ 0 w 9144000"/>
              <a:gd name="connsiteY0" fmla="*/ 478629 h 5138736"/>
              <a:gd name="connsiteX1" fmla="*/ 9144000 w 9144000"/>
              <a:gd name="connsiteY1" fmla="*/ 0 h 5138736"/>
              <a:gd name="connsiteX2" fmla="*/ 9144000 w 9144000"/>
              <a:gd name="connsiteY2" fmla="*/ 5138736 h 5138736"/>
              <a:gd name="connsiteX3" fmla="*/ 0 w 9144000"/>
              <a:gd name="connsiteY3" fmla="*/ 5138736 h 5138736"/>
              <a:gd name="connsiteX4" fmla="*/ 0 w 9144000"/>
              <a:gd name="connsiteY4" fmla="*/ 478629 h 5138736"/>
              <a:gd name="connsiteX0" fmla="*/ 0 w 9151189"/>
              <a:gd name="connsiteY0" fmla="*/ 1 h 4660108"/>
              <a:gd name="connsiteX1" fmla="*/ 9151189 w 9151189"/>
              <a:gd name="connsiteY1" fmla="*/ 1212090 h 4660108"/>
              <a:gd name="connsiteX2" fmla="*/ 9144000 w 9151189"/>
              <a:gd name="connsiteY2" fmla="*/ 4660108 h 4660108"/>
              <a:gd name="connsiteX3" fmla="*/ 0 w 9151189"/>
              <a:gd name="connsiteY3" fmla="*/ 4660108 h 4660108"/>
              <a:gd name="connsiteX4" fmla="*/ 0 w 9151189"/>
              <a:gd name="connsiteY4" fmla="*/ 1 h 466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1189" h="4660108">
                <a:moveTo>
                  <a:pt x="0" y="1"/>
                </a:moveTo>
                <a:lnTo>
                  <a:pt x="9151189" y="1212090"/>
                </a:lnTo>
                <a:cubicBezTo>
                  <a:pt x="9148793" y="2361429"/>
                  <a:pt x="9146396" y="3510769"/>
                  <a:pt x="9144000" y="4660108"/>
                </a:cubicBezTo>
                <a:lnTo>
                  <a:pt x="0" y="4660108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10000">
                <a:schemeClr val="tx2"/>
              </a:gs>
              <a:gs pos="9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1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8" name="Red Lines">
            <a:extLst>
              <a:ext uri="{FF2B5EF4-FFF2-40B4-BE49-F238E27FC236}">
                <a16:creationId xmlns:a16="http://schemas.microsoft.com/office/drawing/2014/main" id="{9D7089C4-0444-4C3C-A259-2809FD4DDAB4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68" y="657743"/>
            <a:ext cx="11129434" cy="13392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42261C0-D171-4E4C-ACE8-EC8367470FB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273657" y="2009511"/>
            <a:ext cx="10422140" cy="3553699"/>
          </a:xfrm>
        </p:spPr>
        <p:txBody>
          <a:bodyPr numCol="2"/>
          <a:lstStyle>
            <a:lvl1pPr marL="378000" indent="-378000">
              <a:lnSpc>
                <a:spcPct val="100000"/>
              </a:lnSpc>
              <a:spcBef>
                <a:spcPts val="2600"/>
              </a:spcBef>
              <a:buClr>
                <a:schemeClr val="tx2"/>
              </a:buClr>
              <a:buFont typeface="+mj-lt"/>
              <a:buAutoNum type="arabicPeriod"/>
              <a:defRPr b="1">
                <a:solidFill>
                  <a:schemeClr val="tx2"/>
                </a:solidFill>
              </a:defRPr>
            </a:lvl1pPr>
            <a:lvl2pPr marL="601200" indent="-216000">
              <a:defRPr/>
            </a:lvl2pPr>
            <a:lvl3pPr marL="601200" indent="-216000">
              <a:defRPr/>
            </a:lvl3pPr>
            <a:lvl4pPr marL="378000" indent="0">
              <a:defRPr/>
            </a:lvl4pPr>
            <a:lvl5pPr marL="378000" indent="0">
              <a:defRPr/>
            </a:lvl5pPr>
          </a:lstStyle>
          <a:p>
            <a:pPr lvl="0"/>
            <a:r>
              <a:rPr lang="en-US"/>
              <a:t>Chapter (two columns)</a:t>
            </a:r>
          </a:p>
          <a:p>
            <a:pPr lvl="1"/>
            <a:r>
              <a:rPr lang="en-US"/>
              <a:t>Subitem (optional)</a:t>
            </a:r>
            <a:endParaRPr lang="de-DE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E0614A48-C3A7-4012-B369-06AA9E137E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709042"/>
            <a:ext cx="4686300" cy="3593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1"/>
              <a:t>Subline (optional)</a:t>
            </a:r>
          </a:p>
        </p:txBody>
      </p:sp>
      <p:sp>
        <p:nvSpPr>
          <p:cNvPr id="27" name="Chapter_titleonly">
            <a:extLst>
              <a:ext uri="{FF2B5EF4-FFF2-40B4-BE49-F238E27FC236}">
                <a16:creationId xmlns:a16="http://schemas.microsoft.com/office/drawing/2014/main" id="{D9A38C7E-E57C-40FC-B581-5B8A93DB5E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5532" y="204788"/>
            <a:ext cx="10466347" cy="432245"/>
          </a:xfrm>
        </p:spPr>
        <p:txBody>
          <a:bodyPr/>
          <a:lstStyle>
            <a:lvl1pPr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57382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64">
          <p15:clr>
            <a:srgbClr val="FBAE40"/>
          </p15:clr>
        </p15:guide>
        <p15:guide id="8" orient="horz" pos="3451">
          <p15:clr>
            <a:srgbClr val="FBAE40"/>
          </p15:clr>
        </p15:guide>
        <p15:guide id="12" pos="6738">
          <p15:clr>
            <a:srgbClr val="FBAE40"/>
          </p15:clr>
        </p15:guide>
        <p15:guide id="13" pos="168">
          <p15:clr>
            <a:srgbClr val="FBAE40"/>
          </p15:clr>
        </p15:guide>
        <p15:guide id="14" orient="horz" pos="126">
          <p15:clr>
            <a:srgbClr val="FBAE40"/>
          </p15:clr>
        </p15:guide>
        <p15:guide id="15" orient="horz" pos="67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size imag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479BAD-6CC7-42D8-91FA-A914FC42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9A833F8-203E-44B4-892C-7B2219C26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4813301"/>
            <a:ext cx="7755046" cy="647699"/>
          </a:xfrm>
          <a:noFill/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1"/>
              <a:t>Picture description</a:t>
            </a:r>
          </a:p>
        </p:txBody>
      </p:sp>
      <p:sp>
        <p:nvSpPr>
          <p:cNvPr id="4" name="Picture Placeholder 1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972925" cy="4987233"/>
          </a:xfrm>
          <a:custGeom>
            <a:avLst/>
            <a:gdLst>
              <a:gd name="connsiteX0" fmla="*/ 0 w 10969625"/>
              <a:gd name="connsiteY0" fmla="*/ 0 h 4310063"/>
              <a:gd name="connsiteX1" fmla="*/ 10969625 w 10969625"/>
              <a:gd name="connsiteY1" fmla="*/ 0 h 4310063"/>
              <a:gd name="connsiteX2" fmla="*/ 10969625 w 10969625"/>
              <a:gd name="connsiteY2" fmla="*/ 4310063 h 4310063"/>
              <a:gd name="connsiteX3" fmla="*/ 0 w 10969625"/>
              <a:gd name="connsiteY3" fmla="*/ 4310063 h 4310063"/>
              <a:gd name="connsiteX4" fmla="*/ 0 w 10969625"/>
              <a:gd name="connsiteY4" fmla="*/ 0 h 4310063"/>
              <a:gd name="connsiteX0" fmla="*/ 0 w 10969625"/>
              <a:gd name="connsiteY0" fmla="*/ 0 h 4745831"/>
              <a:gd name="connsiteX1" fmla="*/ 10969625 w 10969625"/>
              <a:gd name="connsiteY1" fmla="*/ 0 h 4745831"/>
              <a:gd name="connsiteX2" fmla="*/ 10969625 w 10969625"/>
              <a:gd name="connsiteY2" fmla="*/ 4745831 h 4745831"/>
              <a:gd name="connsiteX3" fmla="*/ 0 w 10969625"/>
              <a:gd name="connsiteY3" fmla="*/ 4310063 h 4745831"/>
              <a:gd name="connsiteX4" fmla="*/ 0 w 10969625"/>
              <a:gd name="connsiteY4" fmla="*/ 0 h 4745831"/>
              <a:gd name="connsiteX0" fmla="*/ 0 w 10969625"/>
              <a:gd name="connsiteY0" fmla="*/ 0 h 5414963"/>
              <a:gd name="connsiteX1" fmla="*/ 10969625 w 10969625"/>
              <a:gd name="connsiteY1" fmla="*/ 0 h 5414963"/>
              <a:gd name="connsiteX2" fmla="*/ 10969625 w 10969625"/>
              <a:gd name="connsiteY2" fmla="*/ 4745831 h 5414963"/>
              <a:gd name="connsiteX3" fmla="*/ 4234 w 10969625"/>
              <a:gd name="connsiteY3" fmla="*/ 5414963 h 5414963"/>
              <a:gd name="connsiteX4" fmla="*/ 0 w 10969625"/>
              <a:gd name="connsiteY4" fmla="*/ 0 h 5414963"/>
              <a:gd name="connsiteX0" fmla="*/ 3300 w 10972925"/>
              <a:gd name="connsiteY0" fmla="*/ 0 h 4782187"/>
              <a:gd name="connsiteX1" fmla="*/ 10972925 w 10972925"/>
              <a:gd name="connsiteY1" fmla="*/ 0 h 4782187"/>
              <a:gd name="connsiteX2" fmla="*/ 10972925 w 10972925"/>
              <a:gd name="connsiteY2" fmla="*/ 4745831 h 4782187"/>
              <a:gd name="connsiteX3" fmla="*/ 219 w 10972925"/>
              <a:gd name="connsiteY3" fmla="*/ 4306710 h 4782187"/>
              <a:gd name="connsiteX4" fmla="*/ 3300 w 10972925"/>
              <a:gd name="connsiteY4" fmla="*/ 0 h 4782187"/>
              <a:gd name="connsiteX0" fmla="*/ 3300 w 10972925"/>
              <a:gd name="connsiteY0" fmla="*/ 0 h 4808651"/>
              <a:gd name="connsiteX1" fmla="*/ 10972925 w 10972925"/>
              <a:gd name="connsiteY1" fmla="*/ 0 h 4808651"/>
              <a:gd name="connsiteX2" fmla="*/ 10972925 w 10972925"/>
              <a:gd name="connsiteY2" fmla="*/ 4745831 h 4808651"/>
              <a:gd name="connsiteX3" fmla="*/ 219 w 10972925"/>
              <a:gd name="connsiteY3" fmla="*/ 4306710 h 4808651"/>
              <a:gd name="connsiteX4" fmla="*/ 3300 w 10972925"/>
              <a:gd name="connsiteY4" fmla="*/ 0 h 4808651"/>
              <a:gd name="connsiteX0" fmla="*/ 3300 w 10972925"/>
              <a:gd name="connsiteY0" fmla="*/ 0 h 4987233"/>
              <a:gd name="connsiteX1" fmla="*/ 10972925 w 10972925"/>
              <a:gd name="connsiteY1" fmla="*/ 0 h 4987233"/>
              <a:gd name="connsiteX2" fmla="*/ 10972925 w 10972925"/>
              <a:gd name="connsiteY2" fmla="*/ 4987233 h 4987233"/>
              <a:gd name="connsiteX3" fmla="*/ 219 w 10972925"/>
              <a:gd name="connsiteY3" fmla="*/ 4306710 h 4987233"/>
              <a:gd name="connsiteX4" fmla="*/ 3300 w 10972925"/>
              <a:gd name="connsiteY4" fmla="*/ 0 h 4987233"/>
              <a:gd name="connsiteX0" fmla="*/ 3300 w 10972925"/>
              <a:gd name="connsiteY0" fmla="*/ 0 h 4987233"/>
              <a:gd name="connsiteX1" fmla="*/ 10972925 w 10972925"/>
              <a:gd name="connsiteY1" fmla="*/ 0 h 4987233"/>
              <a:gd name="connsiteX2" fmla="*/ 10972925 w 10972925"/>
              <a:gd name="connsiteY2" fmla="*/ 4987233 h 4987233"/>
              <a:gd name="connsiteX3" fmla="*/ 219 w 10972925"/>
              <a:gd name="connsiteY3" fmla="*/ 4306710 h 4987233"/>
              <a:gd name="connsiteX4" fmla="*/ 3300 w 10972925"/>
              <a:gd name="connsiteY4" fmla="*/ 0 h 498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2925" h="4987233">
                <a:moveTo>
                  <a:pt x="3300" y="0"/>
                </a:moveTo>
                <a:lnTo>
                  <a:pt x="10972925" y="0"/>
                </a:lnTo>
                <a:lnTo>
                  <a:pt x="10972925" y="4987233"/>
                </a:lnTo>
                <a:lnTo>
                  <a:pt x="219" y="4306710"/>
                </a:lnTo>
                <a:cubicBezTo>
                  <a:pt x="-1192" y="2501722"/>
                  <a:pt x="4711" y="1804988"/>
                  <a:pt x="3300" y="0"/>
                </a:cubicBezTo>
                <a:close/>
              </a:path>
            </a:pathLst>
          </a:custGeom>
          <a:noFill/>
        </p:spPr>
        <p:txBody>
          <a:bodyPr lIns="288000" tIns="108000"/>
          <a:lstStyle>
            <a:lvl1pPr marL="0" indent="0">
              <a:buNone/>
              <a:defRPr lang="ro-RO" sz="1050" smtClean="0">
                <a:effectLst/>
                <a:latin typeface="+mj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r>
              <a:rPr lang="en-US" sz="1000" b="0" i="0" u="none" strike="noStrike" baseline="0" noProof="1">
                <a:solidFill>
                  <a:srgbClr val="000000"/>
                </a:solidFill>
                <a:latin typeface="Arial" panose="020B0604020202020204" pitchFamily="34" charset="0"/>
              </a:rPr>
              <a:t>Please insert picture – you can find pictures and graphics in the media database of the ETAS brand portal</a:t>
            </a:r>
          </a:p>
        </p:txBody>
      </p:sp>
    </p:spTree>
    <p:extLst>
      <p:ext uri="{BB962C8B-B14F-4D97-AF65-F5344CB8AC3E}">
        <p14:creationId xmlns:p14="http://schemas.microsoft.com/office/powerpoint/2010/main" val="1772648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siz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8E1EC-9D82-4CB2-AEF4-0CD5DD838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Picture Placeholder 1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969625" cy="5414963"/>
          </a:xfrm>
          <a:custGeom>
            <a:avLst/>
            <a:gdLst>
              <a:gd name="connsiteX0" fmla="*/ 0 w 10969625"/>
              <a:gd name="connsiteY0" fmla="*/ 0 h 4310063"/>
              <a:gd name="connsiteX1" fmla="*/ 10969625 w 10969625"/>
              <a:gd name="connsiteY1" fmla="*/ 0 h 4310063"/>
              <a:gd name="connsiteX2" fmla="*/ 10969625 w 10969625"/>
              <a:gd name="connsiteY2" fmla="*/ 4310063 h 4310063"/>
              <a:gd name="connsiteX3" fmla="*/ 0 w 10969625"/>
              <a:gd name="connsiteY3" fmla="*/ 4310063 h 4310063"/>
              <a:gd name="connsiteX4" fmla="*/ 0 w 10969625"/>
              <a:gd name="connsiteY4" fmla="*/ 0 h 4310063"/>
              <a:gd name="connsiteX0" fmla="*/ 0 w 10969625"/>
              <a:gd name="connsiteY0" fmla="*/ 0 h 4745831"/>
              <a:gd name="connsiteX1" fmla="*/ 10969625 w 10969625"/>
              <a:gd name="connsiteY1" fmla="*/ 0 h 4745831"/>
              <a:gd name="connsiteX2" fmla="*/ 10969625 w 10969625"/>
              <a:gd name="connsiteY2" fmla="*/ 4745831 h 4745831"/>
              <a:gd name="connsiteX3" fmla="*/ 0 w 10969625"/>
              <a:gd name="connsiteY3" fmla="*/ 4310063 h 4745831"/>
              <a:gd name="connsiteX4" fmla="*/ 0 w 10969625"/>
              <a:gd name="connsiteY4" fmla="*/ 0 h 4745831"/>
              <a:gd name="connsiteX0" fmla="*/ 0 w 10969625"/>
              <a:gd name="connsiteY0" fmla="*/ 0 h 5414963"/>
              <a:gd name="connsiteX1" fmla="*/ 10969625 w 10969625"/>
              <a:gd name="connsiteY1" fmla="*/ 0 h 5414963"/>
              <a:gd name="connsiteX2" fmla="*/ 10969625 w 10969625"/>
              <a:gd name="connsiteY2" fmla="*/ 4745831 h 5414963"/>
              <a:gd name="connsiteX3" fmla="*/ 4234 w 10969625"/>
              <a:gd name="connsiteY3" fmla="*/ 5414963 h 5414963"/>
              <a:gd name="connsiteX4" fmla="*/ 0 w 10969625"/>
              <a:gd name="connsiteY4" fmla="*/ 0 h 5414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69625" h="5414963">
                <a:moveTo>
                  <a:pt x="0" y="0"/>
                </a:moveTo>
                <a:lnTo>
                  <a:pt x="10969625" y="0"/>
                </a:lnTo>
                <a:lnTo>
                  <a:pt x="10969625" y="4745831"/>
                </a:lnTo>
                <a:lnTo>
                  <a:pt x="4234" y="5414963"/>
                </a:lnTo>
                <a:cubicBezTo>
                  <a:pt x="2823" y="3609975"/>
                  <a:pt x="1411" y="1804988"/>
                  <a:pt x="0" y="0"/>
                </a:cubicBezTo>
                <a:close/>
              </a:path>
            </a:pathLst>
          </a:custGeom>
        </p:spPr>
        <p:txBody>
          <a:bodyPr lIns="288000" tIns="108000"/>
          <a:lstStyle>
            <a:lvl1pPr marL="0" indent="0">
              <a:buNone/>
              <a:defRPr lang="ro-RO" sz="1050" smtClean="0">
                <a:effectLst/>
                <a:latin typeface="+mj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r>
              <a:rPr lang="en-US" sz="1000" b="0" i="0" u="none" strike="noStrike" baseline="0" noProof="1">
                <a:solidFill>
                  <a:srgbClr val="000000"/>
                </a:solidFill>
                <a:latin typeface="Arial" panose="020B0604020202020204" pitchFamily="34" charset="0"/>
              </a:rPr>
              <a:t>Please insert picture – you can find pictures and graphics in the media database of the ETAS brand portal</a:t>
            </a:r>
          </a:p>
        </p:txBody>
      </p:sp>
    </p:spTree>
    <p:extLst>
      <p:ext uri="{BB962C8B-B14F-4D97-AF65-F5344CB8AC3E}">
        <p14:creationId xmlns:p14="http://schemas.microsoft.com/office/powerpoint/2010/main" val="1988531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68C5F-1C36-4EA1-8151-956FB961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dirty="0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12E50C1-A75F-44C6-BB69-C486BA71626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199"/>
            <a:ext cx="10427633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8F0D1D-E672-4397-A73E-75BD97842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Subline (optional)</a:t>
            </a:r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E0989A26-A906-43E2-930C-7E873ABF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8"/>
            <a:ext cx="1045845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395949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3456">
          <p15:clr>
            <a:srgbClr val="FBAE40"/>
          </p15:clr>
        </p15:guide>
        <p15:guide id="4" orient="horz" pos="126">
          <p15:clr>
            <a:srgbClr val="FBAE40"/>
          </p15:clr>
        </p15:guide>
        <p15:guide id="5" orient="horz" pos="670">
          <p15:clr>
            <a:srgbClr val="FBAE40"/>
          </p15:clr>
        </p15:guide>
        <p15:guide id="6" orient="horz" pos="80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D69B85-B5DE-4697-8BEB-7D02EA61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AB4C37-96CA-4B5E-93DB-1879107CFF63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5559679" y="1285199"/>
            <a:ext cx="5148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D39D0AF-38AC-4462-A7DC-DD4F4A3A456A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200"/>
            <a:ext cx="5148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3E9A2-6E98-4D89-8C56-7C37A876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7" name="Chapter_titleonly">
            <a:extLst>
              <a:ext uri="{FF2B5EF4-FFF2-40B4-BE49-F238E27FC236}">
                <a16:creationId xmlns:a16="http://schemas.microsoft.com/office/drawing/2014/main" id="{AC8CDF63-ECFB-4943-9998-6CC0808C87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8"/>
            <a:ext cx="1045845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4137614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pos="3423">
          <p15:clr>
            <a:srgbClr val="FBAE40"/>
          </p15:clr>
        </p15:guide>
        <p15:guide id="4" pos="3493">
          <p15:clr>
            <a:srgbClr val="FBAE40"/>
          </p15:clr>
        </p15:guide>
        <p15:guide id="5" orient="horz" pos="345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orient="horz" pos="80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45D2C-DE67-4E7B-8A67-3E6284F2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BA14D81-B286-4F95-9D12-8B9323FD033F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7313739" y="1285199"/>
            <a:ext cx="3384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26C2A0-3C29-4633-83CC-40E0E3495BA1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3793670" y="1285198"/>
            <a:ext cx="3384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B0F874D-F7A6-421C-97F2-47F79D5FF1A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599" y="1285198"/>
            <a:ext cx="3384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E0D27A-5F71-4454-BC37-F7A765E382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462D58E9-B2F9-4214-9A35-C9CCAF97F5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8"/>
            <a:ext cx="1045845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15560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04">
          <p15:clr>
            <a:srgbClr val="FBAE40"/>
          </p15:clr>
        </p15:guide>
        <p15:guide id="2" pos="2387">
          <p15:clr>
            <a:srgbClr val="FBAE40"/>
          </p15:clr>
        </p15:guide>
        <p15:guide id="3" pos="4522">
          <p15:clr>
            <a:srgbClr val="FBAE40"/>
          </p15:clr>
        </p15:guide>
        <p15:guide id="4" pos="4605">
          <p15:clr>
            <a:srgbClr val="FBAE40"/>
          </p15:clr>
        </p15:guide>
        <p15:guide id="5" orient="horz" pos="345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pos="169">
          <p15:clr>
            <a:srgbClr val="FBAE40"/>
          </p15:clr>
        </p15:guide>
        <p15:guide id="9" pos="6739">
          <p15:clr>
            <a:srgbClr val="FBAE40"/>
          </p15:clr>
        </p15:guide>
        <p15:guide id="10" orient="horz" pos="8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FF06B-6623-4FE3-9438-D1ED9BA7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B7BAA02-7B9C-4CB1-9F8D-E29F8E300BA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8197434" y="1285200"/>
            <a:ext cx="2502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8520C7D-8054-4DC4-AAA1-AA43D36F6957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5556679" y="1285199"/>
            <a:ext cx="2502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C9122A-AB0E-451E-BE34-D2C939CBA07C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2915922" y="1285199"/>
            <a:ext cx="2502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9AB8935-47B3-4F9E-B9EB-248054D1B4F5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199"/>
            <a:ext cx="2502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B33063-9774-482E-A8E0-1E73CAAE2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9" name="Chapter_titleonly">
            <a:extLst>
              <a:ext uri="{FF2B5EF4-FFF2-40B4-BE49-F238E27FC236}">
                <a16:creationId xmlns:a16="http://schemas.microsoft.com/office/drawing/2014/main" id="{5F11608D-6A62-4738-A3F7-394153066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8"/>
            <a:ext cx="1045845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599441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51">
          <p15:clr>
            <a:srgbClr val="FBAE40"/>
          </p15:clr>
        </p15:guide>
        <p15:guide id="2" pos="1831">
          <p15:clr>
            <a:srgbClr val="FBAE40"/>
          </p15:clr>
        </p15:guide>
        <p15:guide id="3" pos="5156">
          <p15:clr>
            <a:srgbClr val="FBAE40"/>
          </p15:clr>
        </p15:guide>
        <p15:guide id="4" pos="5086">
          <p15:clr>
            <a:srgbClr val="FBAE40"/>
          </p15:clr>
        </p15:guide>
        <p15:guide id="5" pos="3423">
          <p15:clr>
            <a:srgbClr val="FBAE40"/>
          </p15:clr>
        </p15:guide>
        <p15:guide id="6" pos="3493">
          <p15:clr>
            <a:srgbClr val="FBAE40"/>
          </p15:clr>
        </p15:guide>
        <p15:guide id="7" orient="horz" pos="3451">
          <p15:clr>
            <a:srgbClr val="FBAE40"/>
          </p15:clr>
        </p15:guide>
        <p15:guide id="8" orient="horz" pos="126">
          <p15:clr>
            <a:srgbClr val="FBAE40"/>
          </p15:clr>
        </p15:guide>
        <p15:guide id="9" orient="horz" pos="670">
          <p15:clr>
            <a:srgbClr val="FBAE40"/>
          </p15:clr>
        </p15:guide>
        <p15:guide id="10" pos="169">
          <p15:clr>
            <a:srgbClr val="FBAE40"/>
          </p15:clr>
        </p15:guide>
        <p15:guide id="11" pos="6739">
          <p15:clr>
            <a:srgbClr val="FBAE40"/>
          </p15:clr>
        </p15:guide>
        <p15:guide id="12" orient="horz" pos="80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2B1AB-BAD0-4F72-82EC-045EEEF74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F8F192F-3CD1-475A-A778-BD0FB0550530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273600" y="3456000"/>
            <a:ext cx="10422324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7C7D70B-1F4D-4BB6-99FB-25C7BF4061D5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599" y="1284288"/>
            <a:ext cx="10425924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3AB48EB-460C-47D7-AF2F-FD00D78FE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C6FBC313-2CD9-4780-A46D-DFA80E01F0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8"/>
            <a:ext cx="1045845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549001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1">
          <p15:clr>
            <a:srgbClr val="FBAE40"/>
          </p15:clr>
        </p15:guide>
        <p15:guide id="2" orient="horz" pos="126">
          <p15:clr>
            <a:srgbClr val="FBAE40"/>
          </p15:clr>
        </p15:guide>
        <p15:guide id="3" orient="horz" pos="670">
          <p15:clr>
            <a:srgbClr val="FBAE40"/>
          </p15:clr>
        </p15:guide>
        <p15:guide id="4" pos="169">
          <p15:clr>
            <a:srgbClr val="FBAE40"/>
          </p15:clr>
        </p15:guide>
        <p15:guide id="5" pos="6739">
          <p15:clr>
            <a:srgbClr val="FBAE40"/>
          </p15:clr>
        </p15:guide>
        <p15:guide id="6" orient="horz" pos="2084">
          <p15:clr>
            <a:srgbClr val="FBAE40"/>
          </p15:clr>
        </p15:guide>
        <p15:guide id="7" orient="horz" pos="2173">
          <p15:clr>
            <a:srgbClr val="FBAE40"/>
          </p15:clr>
        </p15:guide>
        <p15:guide id="8" orient="horz" pos="80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rows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BC83-4E38-4A40-B1BB-566E8FD7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21E6882C-C56E-413E-9B30-A8E2B98DC67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542874" y="3456000"/>
            <a:ext cx="5148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78A7788-1EE9-4AE9-85BD-957FC70FA2AA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5542875" y="1285200"/>
            <a:ext cx="5148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1746139-A655-4CF2-B08C-61067256A1CC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273599" y="3456000"/>
            <a:ext cx="5148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C67DCBC-47ED-4FAA-A4D6-3A6D7B85A826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599" y="1285200"/>
            <a:ext cx="5148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F2C4CC6-3D68-4C7E-887C-CE6E57E59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9" name="Chapter_titleonly">
            <a:extLst>
              <a:ext uri="{FF2B5EF4-FFF2-40B4-BE49-F238E27FC236}">
                <a16:creationId xmlns:a16="http://schemas.microsoft.com/office/drawing/2014/main" id="{17050C2A-25DD-4D88-9F40-49F91F3A5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8"/>
            <a:ext cx="1045845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840548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1">
          <p15:clr>
            <a:srgbClr val="FBAE40"/>
          </p15:clr>
        </p15:guide>
        <p15:guide id="2" orient="horz" pos="126">
          <p15:clr>
            <a:srgbClr val="FBAE40"/>
          </p15:clr>
        </p15:guide>
        <p15:guide id="3" orient="horz" pos="670">
          <p15:clr>
            <a:srgbClr val="FBAE40"/>
          </p15:clr>
        </p15:guide>
        <p15:guide id="4" orient="horz" pos="2084">
          <p15:clr>
            <a:srgbClr val="FBAE40"/>
          </p15:clr>
        </p15:guide>
        <p15:guide id="5" orient="horz" pos="2173">
          <p15:clr>
            <a:srgbClr val="FBAE40"/>
          </p15:clr>
        </p15:guide>
        <p15:guide id="6" pos="169">
          <p15:clr>
            <a:srgbClr val="FBAE40"/>
          </p15:clr>
        </p15:guide>
        <p15:guide id="7" pos="6739">
          <p15:clr>
            <a:srgbClr val="FBAE40"/>
          </p15:clr>
        </p15:guide>
        <p15:guide id="8" pos="3423">
          <p15:clr>
            <a:srgbClr val="FBAE40"/>
          </p15:clr>
        </p15:guide>
        <p15:guide id="9" pos="3489">
          <p15:clr>
            <a:srgbClr val="FBAE40"/>
          </p15:clr>
        </p15:guide>
        <p15:guide id="10" orient="horz" pos="80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rows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2FDA7-FE15-4FAD-95DE-29027116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E1A8ABE7-C05A-4B3B-A486-DD3740D37A2F}"/>
              </a:ext>
            </a:extLst>
          </p:cNvPr>
          <p:cNvSpPr>
            <a:spLocks noGrp="1"/>
          </p:cNvSpPr>
          <p:nvPr>
            <p:ph sz="quarter" idx="6" hasCustomPrompt="1"/>
          </p:nvPr>
        </p:nvSpPr>
        <p:spPr>
          <a:xfrm>
            <a:off x="7303800" y="3456000"/>
            <a:ext cx="3384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20D97396-AE56-4BDB-8BF8-9AC090F31022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7303799" y="1285200"/>
            <a:ext cx="3384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4C065D0E-C879-47A7-9D4A-52491EC528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787620" y="3456000"/>
            <a:ext cx="3384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0AE77E8D-9049-4694-92CC-298062260767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3787619" y="1285200"/>
            <a:ext cx="3384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A38E2F1-ABBA-4D35-B6B5-069FD6EB8C7C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273600" y="3456000"/>
            <a:ext cx="3384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32640BF-9690-4E06-959E-8BC99FE658AA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200"/>
            <a:ext cx="3384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7168CC-0BBC-4664-89B2-114D47A1A7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11" name="Chapter_titleonly">
            <a:extLst>
              <a:ext uri="{FF2B5EF4-FFF2-40B4-BE49-F238E27FC236}">
                <a16:creationId xmlns:a16="http://schemas.microsoft.com/office/drawing/2014/main" id="{E9FDF173-2B1A-4ABD-B6CC-78B89CC7CF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8"/>
            <a:ext cx="1045845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575442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04">
          <p15:clr>
            <a:srgbClr val="FBAE40"/>
          </p15:clr>
        </p15:guide>
        <p15:guide id="2" pos="2379">
          <p15:clr>
            <a:srgbClr val="FBAE40"/>
          </p15:clr>
        </p15:guide>
        <p15:guide id="3" pos="4519">
          <p15:clr>
            <a:srgbClr val="FBAE40"/>
          </p15:clr>
        </p15:guide>
        <p15:guide id="4" pos="4599">
          <p15:clr>
            <a:srgbClr val="FBAE40"/>
          </p15:clr>
        </p15:guide>
        <p15:guide id="5" orient="horz" pos="345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pos="169">
          <p15:clr>
            <a:srgbClr val="FBAE40"/>
          </p15:clr>
        </p15:guide>
        <p15:guide id="9" pos="6739">
          <p15:clr>
            <a:srgbClr val="FBAE40"/>
          </p15:clr>
        </p15:guide>
        <p15:guide id="10" orient="horz" pos="801">
          <p15:clr>
            <a:srgbClr val="FBAE40"/>
          </p15:clr>
        </p15:guide>
        <p15:guide id="11" orient="horz" pos="2084">
          <p15:clr>
            <a:srgbClr val="FBAE40"/>
          </p15:clr>
        </p15:guide>
        <p15:guide id="12" orient="horz" pos="217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rows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95B07-6F51-4129-BDE0-D9A1FC41E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96C6AE49-6692-41E5-A172-772865D77879}"/>
              </a:ext>
            </a:extLst>
          </p:cNvPr>
          <p:cNvSpPr>
            <a:spLocks noGrp="1"/>
          </p:cNvSpPr>
          <p:nvPr>
            <p:ph sz="quarter" idx="8" hasCustomPrompt="1"/>
          </p:nvPr>
        </p:nvSpPr>
        <p:spPr>
          <a:xfrm>
            <a:off x="8172880" y="3456000"/>
            <a:ext cx="2520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92661227-4654-46A3-9865-9B37C6D4664A}"/>
              </a:ext>
            </a:extLst>
          </p:cNvPr>
          <p:cNvSpPr>
            <a:spLocks noGrp="1"/>
          </p:cNvSpPr>
          <p:nvPr>
            <p:ph sz="quarter" idx="7" hasCustomPrompt="1"/>
          </p:nvPr>
        </p:nvSpPr>
        <p:spPr>
          <a:xfrm>
            <a:off x="8172880" y="1285200"/>
            <a:ext cx="2520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26" name="Content Placeholder 6">
            <a:extLst>
              <a:ext uri="{FF2B5EF4-FFF2-40B4-BE49-F238E27FC236}">
                <a16:creationId xmlns:a16="http://schemas.microsoft.com/office/drawing/2014/main" id="{C25DD92E-C6E7-4875-879A-9822511F666C}"/>
              </a:ext>
            </a:extLst>
          </p:cNvPr>
          <p:cNvSpPr>
            <a:spLocks noGrp="1"/>
          </p:cNvSpPr>
          <p:nvPr>
            <p:ph sz="quarter" idx="6" hasCustomPrompt="1"/>
          </p:nvPr>
        </p:nvSpPr>
        <p:spPr>
          <a:xfrm>
            <a:off x="5538585" y="3456000"/>
            <a:ext cx="2520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CAE9C8B0-AD4B-41AC-9392-3A8404CC3312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5538586" y="1285200"/>
            <a:ext cx="2520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8775DE31-6351-4849-B9B2-E0AD78E11E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904292" y="3456000"/>
            <a:ext cx="2520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86AA26A2-A0D7-402B-B016-829C5616370C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2904293" y="1285200"/>
            <a:ext cx="2520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BABBBF9-4757-490D-B16F-E205582000C9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273600" y="3456000"/>
            <a:ext cx="2520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08B6E0-6EE0-4D08-BB61-040DB4D6D035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200"/>
            <a:ext cx="2520000" cy="2016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F3AE427-A8C1-4A26-8C43-1A3DB1987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13" name="Chapter_titleonly">
            <a:extLst>
              <a:ext uri="{FF2B5EF4-FFF2-40B4-BE49-F238E27FC236}">
                <a16:creationId xmlns:a16="http://schemas.microsoft.com/office/drawing/2014/main" id="{AAC6FC1A-47B7-490D-94A5-DEE5A29F3F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8"/>
            <a:ext cx="1045845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20283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61">
          <p15:clr>
            <a:srgbClr val="FBAE40"/>
          </p15:clr>
        </p15:guide>
        <p15:guide id="2" pos="1822">
          <p15:clr>
            <a:srgbClr val="FBAE40"/>
          </p15:clr>
        </p15:guide>
        <p15:guide id="3" pos="5147">
          <p15:clr>
            <a:srgbClr val="FBAE40"/>
          </p15:clr>
        </p15:guide>
        <p15:guide id="4" pos="5081">
          <p15:clr>
            <a:srgbClr val="FBAE40"/>
          </p15:clr>
        </p15:guide>
        <p15:guide id="5" pos="3423">
          <p15:clr>
            <a:srgbClr val="FBAE40"/>
          </p15:clr>
        </p15:guide>
        <p15:guide id="6" pos="3488">
          <p15:clr>
            <a:srgbClr val="FBAE40"/>
          </p15:clr>
        </p15:guide>
        <p15:guide id="7" orient="horz" pos="3451">
          <p15:clr>
            <a:srgbClr val="FBAE40"/>
          </p15:clr>
        </p15:guide>
        <p15:guide id="8" orient="horz" pos="126">
          <p15:clr>
            <a:srgbClr val="FBAE40"/>
          </p15:clr>
        </p15:guide>
        <p15:guide id="9" orient="horz" pos="670">
          <p15:clr>
            <a:srgbClr val="FBAE40"/>
          </p15:clr>
        </p15:guide>
        <p15:guide id="10" pos="169">
          <p15:clr>
            <a:srgbClr val="FBAE40"/>
          </p15:clr>
        </p15:guide>
        <p15:guide id="11" pos="6739">
          <p15:clr>
            <a:srgbClr val="FBAE40"/>
          </p15:clr>
        </p15:guide>
        <p15:guide id="12" orient="horz" pos="801">
          <p15:clr>
            <a:srgbClr val="FBAE40"/>
          </p15:clr>
        </p15:guide>
        <p15:guide id="13" orient="horz" pos="2084">
          <p15:clr>
            <a:srgbClr val="FBAE40"/>
          </p15:clr>
        </p15:guide>
        <p15:guide id="14" orient="horz" pos="217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2853D-57F2-40AA-8B04-60EAD1BE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Placeholder 1"/>
          <p:cNvSpPr>
            <a:spLocks noGrp="1"/>
          </p:cNvSpPr>
          <p:nvPr>
            <p:ph type="body" sz="quarter" idx="3" hasCustomPrompt="1"/>
          </p:nvPr>
        </p:nvSpPr>
        <p:spPr>
          <a:xfrm>
            <a:off x="5556250" y="5139186"/>
            <a:ext cx="5147310" cy="32697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900"/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900"/>
            </a:lvl5pPr>
          </a:lstStyle>
          <a:p>
            <a:pPr lvl="0"/>
            <a:r>
              <a:rPr lang="en-US" noProof="1"/>
              <a:t>Picture description</a:t>
            </a:r>
          </a:p>
        </p:txBody>
      </p:sp>
      <p:sp>
        <p:nvSpPr>
          <p:cNvPr id="8" name="Picture Placeholder 1"/>
          <p:cNvSpPr>
            <a:spLocks noGrp="1" noChangeAspect="1"/>
          </p:cNvSpPr>
          <p:nvPr>
            <p:ph type="pic" sz="quarter" idx="2" hasCustomPrompt="1"/>
          </p:nvPr>
        </p:nvSpPr>
        <p:spPr>
          <a:xfrm>
            <a:off x="5556251" y="1285874"/>
            <a:ext cx="5137149" cy="376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 noProof="1"/>
              <a:t>Please insert picture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FA291BB3-8223-43B7-8220-44C58BDBAADD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1" y="1285200"/>
            <a:ext cx="51112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ED132E-6AE2-49EE-A9D5-E6F9E9B900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10" name="Chapter_titleonly">
            <a:extLst>
              <a:ext uri="{FF2B5EF4-FFF2-40B4-BE49-F238E27FC236}">
                <a16:creationId xmlns:a16="http://schemas.microsoft.com/office/drawing/2014/main" id="{689FE125-04DD-4619-8AAD-54AB6DEE07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8"/>
            <a:ext cx="1045845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000287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9">
          <p15:clr>
            <a:srgbClr val="FBAE40"/>
          </p15:clr>
        </p15:guide>
        <p15:guide id="2" orient="horz" pos="126">
          <p15:clr>
            <a:srgbClr val="FBAE40"/>
          </p15:clr>
        </p15:guide>
        <p15:guide id="3" pos="6739">
          <p15:clr>
            <a:srgbClr val="FBAE40"/>
          </p15:clr>
        </p15:guide>
        <p15:guide id="4" orient="horz" pos="3451">
          <p15:clr>
            <a:srgbClr val="FBAE40"/>
          </p15:clr>
        </p15:guide>
        <p15:guide id="5" orient="horz" pos="670">
          <p15:clr>
            <a:srgbClr val="FBAE40"/>
          </p15:clr>
        </p15:guide>
        <p15:guide id="6" orient="horz" pos="801">
          <p15:clr>
            <a:srgbClr val="FBAE40"/>
          </p15:clr>
        </p15:guide>
        <p15:guide id="7" pos="3395">
          <p15:clr>
            <a:srgbClr val="FBAE40"/>
          </p15:clr>
        </p15:guide>
        <p15:guide id="8" pos="349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long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B129C8-A104-4331-88EA-1324755E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de-DE" sz="2800" b="0" i="0" u="none" strike="noStrike" kern="1200" cap="none" spc="0" normalizeH="0" baseline="30000" noProof="0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800" b="0" i="0" u="none" strike="noStrike" kern="1200" cap="none" spc="0" normalizeH="0" baseline="30000" noProof="0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6E8E5790-A5CA-4244-B1BD-58F6C8FCDA35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717674"/>
            <a:ext cx="10428480" cy="37475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560C3E-DFEB-4D14-8DF6-A412BB884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919" y="1141785"/>
            <a:ext cx="10454641" cy="359345"/>
          </a:xfrm>
        </p:spPr>
        <p:txBody>
          <a:bodyPr/>
          <a:lstStyle/>
          <a:p>
            <a:r>
              <a:rPr lang="en-US" noProof="1"/>
              <a:t>Subline (optional)</a:t>
            </a:r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0819AD6F-E318-4BE8-AD29-3105CF876B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200" y="204788"/>
            <a:ext cx="10444480" cy="863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with two lines</a:t>
            </a:r>
          </a:p>
        </p:txBody>
      </p:sp>
    </p:spTree>
    <p:extLst>
      <p:ext uri="{BB962C8B-B14F-4D97-AF65-F5344CB8AC3E}">
        <p14:creationId xmlns:p14="http://schemas.microsoft.com/office/powerpoint/2010/main" val="3751568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26">
          <p15:clr>
            <a:srgbClr val="FBAE40"/>
          </p15:clr>
        </p15:guide>
        <p15:guide id="3" orient="horz" pos="1082">
          <p15:clr>
            <a:srgbClr val="FBAE40"/>
          </p15:clr>
        </p15:guide>
        <p15:guide id="4" pos="168">
          <p15:clr>
            <a:srgbClr val="FBAE40"/>
          </p15:clr>
        </p15:guide>
        <p15:guide id="5" pos="6744">
          <p15:clr>
            <a:srgbClr val="FBAE40"/>
          </p15:clr>
        </p15:guide>
        <p15:guide id="7" orient="horz" pos="946">
          <p15:clr>
            <a:srgbClr val="FBAE40"/>
          </p15:clr>
        </p15:guide>
        <p15:guide id="8" orient="horz" pos="345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68C5F-1C36-4EA1-8151-956FB961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de-DE" sz="2800" b="0" i="0" u="none" strike="noStrike" kern="1200" cap="none" spc="0" normalizeH="0" baseline="30000" noProof="0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800" b="0" i="0" u="none" strike="noStrike" kern="1200" cap="none" spc="0" normalizeH="0" baseline="30000" noProof="0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74F6FF-F2DF-4484-A6EA-147BCD9D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0A3CFC89-787E-4766-A928-188BC7C6A6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8"/>
            <a:ext cx="1045845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56161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126">
          <p15:clr>
            <a:srgbClr val="FBAE40"/>
          </p15:clr>
        </p15:guide>
        <p15:guide id="4" orient="horz" pos="670">
          <p15:clr>
            <a:srgbClr val="FBAE40"/>
          </p15:clr>
        </p15:guide>
        <p15:guide id="5" orient="horz" pos="3451">
          <p15:clr>
            <a:srgbClr val="FBAE40"/>
          </p15:clr>
        </p15:guide>
        <p15:guide id="6" orient="horz" pos="8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26EC37-6DF2-4553-A285-BCB4F92A0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87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orient="horz" pos="126">
          <p15:clr>
            <a:srgbClr val="FBAE40"/>
          </p15:clr>
        </p15:guide>
        <p15:guide id="3" pos="6738">
          <p15:clr>
            <a:srgbClr val="FBAE40"/>
          </p15:clr>
        </p15:guide>
        <p15:guide id="4" orient="horz" pos="345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TAS Logo">
            <a:extLst>
              <a:ext uri="{FF2B5EF4-FFF2-40B4-BE49-F238E27FC236}">
                <a16:creationId xmlns:a16="http://schemas.microsoft.com/office/drawing/2014/main" id="{E5F4194A-6E7D-4492-A803-FBF532FE0597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9542" y="5502539"/>
            <a:ext cx="1173555" cy="335302"/>
          </a:xfrm>
          <a:prstGeom prst="rect">
            <a:avLst/>
          </a:prstGeom>
        </p:spPr>
      </p:pic>
      <p:sp>
        <p:nvSpPr>
          <p:cNvPr id="10" name="Gradient">
            <a:extLst>
              <a:ext uri="{FF2B5EF4-FFF2-40B4-BE49-F238E27FC236}">
                <a16:creationId xmlns:a16="http://schemas.microsoft.com/office/drawing/2014/main" id="{6B18A4F7-92F9-42CD-877A-A95D7886D1E1}"/>
              </a:ext>
            </a:extLst>
          </p:cNvPr>
          <p:cNvSpPr/>
          <p:nvPr userDrawn="1"/>
        </p:nvSpPr>
        <p:spPr>
          <a:xfrm>
            <a:off x="0" y="0"/>
            <a:ext cx="10971530" cy="5245419"/>
          </a:xfrm>
          <a:custGeom>
            <a:avLst/>
            <a:gdLst>
              <a:gd name="connsiteX0" fmla="*/ 0 w 10969625"/>
              <a:gd name="connsiteY0" fmla="*/ 0 h 4437574"/>
              <a:gd name="connsiteX1" fmla="*/ 10969625 w 10969625"/>
              <a:gd name="connsiteY1" fmla="*/ 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579033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230 h 4437574"/>
              <a:gd name="connsiteX2" fmla="*/ 10969625 w 10969625"/>
              <a:gd name="connsiteY2" fmla="*/ 4437574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0 w 10969625"/>
              <a:gd name="connsiteY0" fmla="*/ 0 h 4437574"/>
              <a:gd name="connsiteX1" fmla="*/ 10969625 w 10969625"/>
              <a:gd name="connsiteY1" fmla="*/ 1230 h 4437574"/>
              <a:gd name="connsiteX2" fmla="*/ 10969625 w 10969625"/>
              <a:gd name="connsiteY2" fmla="*/ 3965077 h 4437574"/>
              <a:gd name="connsiteX3" fmla="*/ 0 w 10969625"/>
              <a:gd name="connsiteY3" fmla="*/ 4437574 h 4437574"/>
              <a:gd name="connsiteX4" fmla="*/ 0 w 10969625"/>
              <a:gd name="connsiteY4" fmla="*/ 0 h 4437574"/>
              <a:gd name="connsiteX0" fmla="*/ 5080 w 10974705"/>
              <a:gd name="connsiteY0" fmla="*/ 0 h 5202007"/>
              <a:gd name="connsiteX1" fmla="*/ 10974705 w 10974705"/>
              <a:gd name="connsiteY1" fmla="*/ 1230 h 5202007"/>
              <a:gd name="connsiteX2" fmla="*/ 10974705 w 10974705"/>
              <a:gd name="connsiteY2" fmla="*/ 3965077 h 5202007"/>
              <a:gd name="connsiteX3" fmla="*/ 0 w 10974705"/>
              <a:gd name="connsiteY3" fmla="*/ 5202007 h 5202007"/>
              <a:gd name="connsiteX4" fmla="*/ 5080 w 10974705"/>
              <a:gd name="connsiteY4" fmla="*/ 0 h 5202007"/>
              <a:gd name="connsiteX0" fmla="*/ 1905 w 10971530"/>
              <a:gd name="connsiteY0" fmla="*/ 0 h 5227319"/>
              <a:gd name="connsiteX1" fmla="*/ 10971530 w 10971530"/>
              <a:gd name="connsiteY1" fmla="*/ 1230 h 5227319"/>
              <a:gd name="connsiteX2" fmla="*/ 10971530 w 10971530"/>
              <a:gd name="connsiteY2" fmla="*/ 3965077 h 5227319"/>
              <a:gd name="connsiteX3" fmla="*/ 0 w 10971530"/>
              <a:gd name="connsiteY3" fmla="*/ 5227319 h 5227319"/>
              <a:gd name="connsiteX4" fmla="*/ 1905 w 10971530"/>
              <a:gd name="connsiteY4" fmla="*/ 0 h 5227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530" h="5227319">
                <a:moveTo>
                  <a:pt x="1905" y="0"/>
                </a:moveTo>
                <a:lnTo>
                  <a:pt x="10971530" y="1230"/>
                </a:lnTo>
                <a:lnTo>
                  <a:pt x="10971530" y="3965077"/>
                </a:lnTo>
                <a:lnTo>
                  <a:pt x="0" y="5227319"/>
                </a:lnTo>
                <a:cubicBezTo>
                  <a:pt x="1693" y="3493317"/>
                  <a:pt x="212" y="1734002"/>
                  <a:pt x="1905" y="0"/>
                </a:cubicBezTo>
                <a:close/>
              </a:path>
            </a:pathLst>
          </a:custGeom>
          <a:gradFill flip="none" rotWithShape="1">
            <a:gsLst>
              <a:gs pos="90000">
                <a:schemeClr val="accent2"/>
              </a:gs>
              <a:gs pos="10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Red Lines">
            <a:extLst>
              <a:ext uri="{FF2B5EF4-FFF2-40B4-BE49-F238E27FC236}">
                <a16:creationId xmlns:a16="http://schemas.microsoft.com/office/drawing/2014/main" id="{F0452E63-2251-4F47-9AF7-C5E3369BCDB0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013" y="2379462"/>
            <a:ext cx="11234738" cy="38592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27FD407-3A9F-4E23-A6E0-09D3FFEF8A2F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38048" y="3196654"/>
            <a:ext cx="4066764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Contact data (optional)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F2294D99-E0FC-4AD2-9C6A-A19C9236EB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295" y="1299168"/>
            <a:ext cx="3706517" cy="974626"/>
          </a:xfrm>
          <a:prstGeom prst="rect">
            <a:avLst/>
          </a:prstGeom>
          <a:noFill/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Closing phrase</a:t>
            </a:r>
          </a:p>
        </p:txBody>
      </p:sp>
    </p:spTree>
    <p:extLst>
      <p:ext uri="{BB962C8B-B14F-4D97-AF65-F5344CB8AC3E}">
        <p14:creationId xmlns:p14="http://schemas.microsoft.com/office/powerpoint/2010/main" val="3477041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8">
          <p15:clr>
            <a:srgbClr val="FBAE40"/>
          </p15:clr>
        </p15:guide>
        <p15:guide id="2" orient="horz" pos="3674">
          <p15:clr>
            <a:srgbClr val="FBAE40"/>
          </p15:clr>
        </p15:guide>
        <p15:guide id="4" pos="218">
          <p15:clr>
            <a:srgbClr val="FBAE40"/>
          </p15:clr>
        </p15:guide>
        <p15:guide id="5" pos="6696">
          <p15:clr>
            <a:srgbClr val="FBAE40"/>
          </p15:clr>
        </p15:guide>
        <p15:guide id="6" orient="horz" pos="2192">
          <p15:clr>
            <a:srgbClr val="FBAE40"/>
          </p15:clr>
        </p15:guide>
        <p15:guide id="7" pos="278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note2" hidden="1">
            <a:extLst>
              <a:ext uri="{FF2B5EF4-FFF2-40B4-BE49-F238E27FC236}">
                <a16:creationId xmlns:a16="http://schemas.microsoft.com/office/drawing/2014/main" id="{3CBE5DC3-09AE-4038-B89E-D524F092CA9F}"/>
              </a:ext>
            </a:extLst>
          </p:cNvPr>
          <p:cNvSpPr txBox="1"/>
          <p:nvPr userDrawn="1"/>
        </p:nvSpPr>
        <p:spPr>
          <a:xfrm>
            <a:off x="874489" y="5568435"/>
            <a:ext cx="9051362" cy="126000"/>
          </a:xfrm>
          <a:prstGeom prst="rect">
            <a:avLst/>
          </a:prstGeom>
          <a:noFill/>
        </p:spPr>
        <p:txBody>
          <a:bodyPr wrap="non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%copyright_etas%</a:t>
            </a:r>
          </a:p>
        </p:txBody>
      </p:sp>
      <p:sp>
        <p:nvSpPr>
          <p:cNvPr id="10" name="Footnote1" hidden="1">
            <a:extLst>
              <a:ext uri="{FF2B5EF4-FFF2-40B4-BE49-F238E27FC236}">
                <a16:creationId xmlns:a16="http://schemas.microsoft.com/office/drawing/2014/main" id="{1B93D36C-C523-4C68-9A85-533D3DC048EE}"/>
              </a:ext>
            </a:extLst>
          </p:cNvPr>
          <p:cNvSpPr txBox="1"/>
          <p:nvPr userDrawn="1"/>
        </p:nvSpPr>
        <p:spPr>
          <a:xfrm>
            <a:off x="876300" y="5461570"/>
            <a:ext cx="9051362" cy="126000"/>
          </a:xfrm>
          <a:prstGeom prst="rect">
            <a:avLst/>
          </a:prstGeom>
          <a:noFill/>
        </p:spPr>
        <p:txBody>
          <a:bodyPr wrap="squar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%conf_etas_internal%%departmentshort%%dateformat%</a:t>
            </a:r>
          </a:p>
        </p:txBody>
      </p:sp>
      <p:pic>
        <p:nvPicPr>
          <p:cNvPr id="4" name="ETAS Logo"/>
          <p:cNvPicPr>
            <a:picLocks noSelect="1"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5230" y="5721233"/>
            <a:ext cx="626221" cy="179539"/>
          </a:xfrm>
          <a:prstGeom prst="rect">
            <a:avLst/>
          </a:prstGeom>
        </p:spPr>
      </p:pic>
      <p:sp>
        <p:nvSpPr>
          <p:cNvPr id="8" name="Footnote2">
            <a:extLst>
              <a:ext uri="{FF2B5EF4-FFF2-40B4-BE49-F238E27FC236}">
                <a16:creationId xmlns:a16="http://schemas.microsoft.com/office/drawing/2014/main" id="{1493CA85-2CB3-4686-97B8-52C29C2839E7}"/>
              </a:ext>
            </a:extLst>
          </p:cNvPr>
          <p:cNvSpPr txBox="1"/>
          <p:nvPr userDrawn="1"/>
        </p:nvSpPr>
        <p:spPr>
          <a:xfrm>
            <a:off x="730473" y="5797897"/>
            <a:ext cx="9051362" cy="126000"/>
          </a:xfrm>
          <a:prstGeom prst="rect">
            <a:avLst/>
          </a:prstGeom>
          <a:noFill/>
        </p:spPr>
        <p:txBody>
          <a:bodyPr wrap="non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2022 ETAS GmbH.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1" name="Footnote1"/>
          <p:cNvSpPr txBox="1"/>
          <p:nvPr userDrawn="1"/>
        </p:nvSpPr>
        <p:spPr>
          <a:xfrm>
            <a:off x="732284" y="5691032"/>
            <a:ext cx="9051362" cy="126000"/>
          </a:xfrm>
          <a:prstGeom prst="rect">
            <a:avLst/>
          </a:prstGeom>
          <a:noFill/>
        </p:spPr>
        <p:txBody>
          <a:bodyPr wrap="squar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Internal | ETAS-DEV/XPC-Fe1 | 28.06.2022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A68CDF-EE40-4865-A626-F5EEA9559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0000" y="5742000"/>
            <a:ext cx="464400" cy="219600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lvl1pPr algn="l">
              <a:defRPr sz="2800" baseline="300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2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0C6A7BA-DC98-43BF-AA13-880CD5801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600" y="1285304"/>
            <a:ext cx="10426150" cy="41841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  <a:p>
            <a:pPr lvl="5"/>
            <a:r>
              <a:rPr lang="en-US" noProof="1"/>
              <a:t>Level 6</a:t>
            </a:r>
          </a:p>
          <a:p>
            <a:pPr lvl="6"/>
            <a:r>
              <a:rPr lang="en-US" noProof="1"/>
              <a:t>Level 7</a:t>
            </a:r>
          </a:p>
          <a:p>
            <a:pPr lvl="7"/>
            <a:r>
              <a:rPr lang="en-US" noProof="1"/>
              <a:t>Level 8</a:t>
            </a:r>
          </a:p>
          <a:p>
            <a:pPr lvl="8"/>
            <a:r>
              <a:rPr lang="en-US" noProof="1"/>
              <a:t>Level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450" y="695791"/>
            <a:ext cx="10448184" cy="35934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US" noProof="1"/>
              <a:t>Subline (optional)</a:t>
            </a:r>
          </a:p>
        </p:txBody>
      </p:sp>
    </p:spTree>
    <p:extLst>
      <p:ext uri="{BB962C8B-B14F-4D97-AF65-F5344CB8AC3E}">
        <p14:creationId xmlns:p14="http://schemas.microsoft.com/office/powerpoint/2010/main" val="387362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</p:sldLayoutIdLst>
  <p:hf hdr="0" ftr="0" dt="0"/>
  <p:txStyles>
    <p:titleStyle>
      <a:lvl1pPr algn="l" defTabSz="617083" rtl="0" eaLnBrk="1" latinLnBrk="0" hangingPunct="1">
        <a:lnSpc>
          <a:spcPct val="100000"/>
        </a:lnSpc>
        <a:spcBef>
          <a:spcPct val="0"/>
        </a:spcBef>
        <a:buNone/>
        <a:defRPr sz="1800" kern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25475" rtl="0" eaLnBrk="1" latinLnBrk="0" hangingPunct="1">
        <a:lnSpc>
          <a:spcPct val="110000"/>
        </a:lnSpc>
        <a:spcBef>
          <a:spcPts val="0"/>
        </a:spcBef>
        <a:buClr>
          <a:srgbClr val="000000"/>
        </a:buClr>
        <a:buSzPct val="100000"/>
        <a:buFont typeface="Arial" panose="020B0604020202020204" pitchFamily="34" charset="0"/>
        <a:buChar char="–"/>
        <a:tabLst/>
        <a:defRPr sz="1800" b="0" kern="200" baseline="0">
          <a:solidFill>
            <a:srgbClr val="000000"/>
          </a:solidFill>
          <a:latin typeface="+mn-lt"/>
          <a:ea typeface="+mn-ea"/>
          <a:cs typeface="+mn-cs"/>
        </a:defRPr>
      </a:lvl1pPr>
      <a:lvl2pPr marL="366713" indent="-179388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100000"/>
        <a:buFont typeface="Arial" panose="020B0604020202020204" pitchFamily="34" charset="0"/>
        <a:buChar char="–"/>
        <a:tabLst/>
        <a:defRPr sz="1800" b="0" kern="200" baseline="0">
          <a:solidFill>
            <a:srgbClr val="000000"/>
          </a:solidFill>
          <a:latin typeface="+mn-lt"/>
          <a:ea typeface="+mn-ea"/>
          <a:cs typeface="+mn-cs"/>
        </a:defRPr>
      </a:lvl2pPr>
      <a:lvl3pPr marL="555625" indent="-17145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100000"/>
        <a:buFont typeface="Arial" panose="020B0604020202020204" pitchFamily="34" charset="0"/>
        <a:buChar char="–"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3pPr>
      <a:lvl4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4pPr>
      <a:lvl5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5pPr>
      <a:lvl6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6pPr>
      <a:lvl7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7pPr>
      <a:lvl8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8pPr>
      <a:lvl9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41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083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624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166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707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249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59790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331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268D73-4E88-41B9-AA8A-D53D197C2000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r>
              <a:rPr lang="en-US" dirty="0"/>
              <a:t>New approach for generating EHB Containers from .</a:t>
            </a:r>
            <a:r>
              <a:rPr lang="en-US" dirty="0" err="1"/>
              <a:t>arxml</a:t>
            </a:r>
            <a:r>
              <a:rPr lang="en-US" dirty="0"/>
              <a:t> files only</a:t>
            </a:r>
            <a:endParaRPr lang="it-IT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8A6C3-941A-4F1F-A5F1-9B8693ED55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ETAS EHANDBOOK 10.1</a:t>
            </a:r>
          </a:p>
        </p:txBody>
      </p:sp>
    </p:spTree>
    <p:extLst>
      <p:ext uri="{BB962C8B-B14F-4D97-AF65-F5344CB8AC3E}">
        <p14:creationId xmlns:p14="http://schemas.microsoft.com/office/powerpoint/2010/main" val="94304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DC8E24D-0263-4137-BE7D-87A1FA90D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EHB-CB: New approach for generating EHB Containers from .</a:t>
            </a:r>
            <a:r>
              <a:rPr lang="en-US" dirty="0" err="1"/>
              <a:t>arxml</a:t>
            </a:r>
            <a:r>
              <a:rPr lang="en-US" dirty="0"/>
              <a:t> files only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ETAS EHANDBOOK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68BC5521-7873-4D94-AE90-8D6B9A04C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432" y="2727658"/>
            <a:ext cx="593684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614A6D-42C7-441D-B1AC-9D4831B4F216}"/>
              </a:ext>
            </a:extLst>
          </p:cNvPr>
          <p:cNvCxnSpPr>
            <a:stCxn id="14" idx="3"/>
            <a:endCxn id="21" idx="2"/>
          </p:cNvCxnSpPr>
          <p:nvPr/>
        </p:nvCxnSpPr>
        <p:spPr>
          <a:xfrm flipV="1">
            <a:off x="5900116" y="3043158"/>
            <a:ext cx="707441" cy="414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59244997-26C7-4089-9BE4-EA596EED095D}"/>
              </a:ext>
            </a:extLst>
          </p:cNvPr>
          <p:cNvSpPr txBox="1"/>
          <p:nvPr/>
        </p:nvSpPr>
        <p:spPr>
          <a:xfrm>
            <a:off x="5954504" y="2825762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Generate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BAC62C4-4B51-4DE4-916D-99907C6BA964}"/>
              </a:ext>
            </a:extLst>
          </p:cNvPr>
          <p:cNvSpPr txBox="1"/>
          <p:nvPr/>
        </p:nvSpPr>
        <p:spPr>
          <a:xfrm>
            <a:off x="5306432" y="3361670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9AD45EC-7D89-4C61-B7A1-F8C40D814E12}"/>
              </a:ext>
            </a:extLst>
          </p:cNvPr>
          <p:cNvSpPr txBox="1"/>
          <p:nvPr/>
        </p:nvSpPr>
        <p:spPr>
          <a:xfrm>
            <a:off x="6602576" y="1845945"/>
            <a:ext cx="886209" cy="698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Scope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100" dirty="0">
                <a:solidFill>
                  <a:srgbClr val="000000"/>
                </a:solidFill>
                <a:latin typeface="Arial"/>
              </a:rPr>
              <a:t>SWCs + Ports + Interface Elements + Connections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6F3905B9-3A51-4FDA-A4BD-C1B67BC1878F}"/>
              </a:ext>
            </a:extLst>
          </p:cNvPr>
          <p:cNvSpPr/>
          <p:nvPr/>
        </p:nvSpPr>
        <p:spPr>
          <a:xfrm>
            <a:off x="6607557" y="2729351"/>
            <a:ext cx="886210" cy="627614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</a:t>
            </a:r>
          </a:p>
        </p:txBody>
      </p:sp>
      <p:pic>
        <p:nvPicPr>
          <p:cNvPr id="22" name="Picture 6" descr="AUTOSAR embedded toolchain updated">
            <a:extLst>
              <a:ext uri="{FF2B5EF4-FFF2-40B4-BE49-F238E27FC236}">
                <a16:creationId xmlns:a16="http://schemas.microsoft.com/office/drawing/2014/main" id="{9212520C-AE99-42D2-9FDC-748DA7271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856" y="278923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AUTOSAR embedded toolchain updated">
            <a:extLst>
              <a:ext uri="{FF2B5EF4-FFF2-40B4-BE49-F238E27FC236}">
                <a16:creationId xmlns:a16="http://schemas.microsoft.com/office/drawing/2014/main" id="{14BFC8BD-DA41-4E58-AAF6-AF3A02487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288" y="3056584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87CB2998-AF54-4733-930E-9766C5F4E364}"/>
              </a:ext>
            </a:extLst>
          </p:cNvPr>
          <p:cNvSpPr txBox="1"/>
          <p:nvPr/>
        </p:nvSpPr>
        <p:spPr>
          <a:xfrm>
            <a:off x="4087785" y="1971048"/>
            <a:ext cx="931623" cy="3593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EHB-CB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4DAB9883-0D68-45EC-81DE-E8D214B8474D}"/>
              </a:ext>
            </a:extLst>
          </p:cNvPr>
          <p:cNvGrpSpPr/>
          <p:nvPr/>
        </p:nvGrpSpPr>
        <p:grpSpPr>
          <a:xfrm>
            <a:off x="3801412" y="2437618"/>
            <a:ext cx="1746168" cy="1667416"/>
            <a:chOff x="3801412" y="2437618"/>
            <a:chExt cx="1746168" cy="1667416"/>
          </a:xfrm>
        </p:grpSpPr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62567E04-6391-49AC-9104-531091FEA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01412" y="2437618"/>
              <a:ext cx="312748" cy="370192"/>
            </a:xfrm>
            <a:prstGeom prst="rect">
              <a:avLst/>
            </a:prstGeom>
          </p:spPr>
        </p:pic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834B5F63-CC27-4E4D-8EF3-6D3D9887B14B}"/>
                </a:ext>
              </a:extLst>
            </p:cNvPr>
            <p:cNvSpPr txBox="1"/>
            <p:nvPr/>
          </p:nvSpPr>
          <p:spPr>
            <a:xfrm>
              <a:off x="3990020" y="2536662"/>
              <a:ext cx="13683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ECU_Project</a:t>
              </a:r>
              <a:endParaRPr lang="de-DE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8FAF6AEE-0F6D-4B06-8DD3-7CE3D115051F}"/>
                </a:ext>
              </a:extLst>
            </p:cNvPr>
            <p:cNvGrpSpPr/>
            <p:nvPr/>
          </p:nvGrpSpPr>
          <p:grpSpPr>
            <a:xfrm>
              <a:off x="3971563" y="2707434"/>
              <a:ext cx="1556545" cy="538870"/>
              <a:chOff x="3971563" y="2707434"/>
              <a:chExt cx="1556545" cy="538870"/>
            </a:xfrm>
          </p:grpSpPr>
          <p:pic>
            <p:nvPicPr>
              <p:cNvPr id="40" name="Grafik 39">
                <a:extLst>
                  <a:ext uri="{FF2B5EF4-FFF2-40B4-BE49-F238E27FC236}">
                    <a16:creationId xmlns:a16="http://schemas.microsoft.com/office/drawing/2014/main" id="{4684B3BB-1C36-4884-9A38-ECBB420E40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E67D665C-40A8-4E24-8A48-80A894251A7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SWC1</a:t>
                </a:r>
              </a:p>
            </p:txBody>
          </p: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8A1C918C-33AE-47AF-AC40-CD517A38473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SWC1.adoc</a:t>
                </a:r>
              </a:p>
            </p:txBody>
          </p:sp>
          <p:pic>
            <p:nvPicPr>
              <p:cNvPr id="43" name="Grafik 42">
                <a:extLst>
                  <a:ext uri="{FF2B5EF4-FFF2-40B4-BE49-F238E27FC236}">
                    <a16:creationId xmlns:a16="http://schemas.microsoft.com/office/drawing/2014/main" id="{518730DF-D0B4-4B8C-96F5-94BD685F38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1B706DAF-69DD-4DCF-B0CC-98E57DB55DC7}"/>
                </a:ext>
              </a:extLst>
            </p:cNvPr>
            <p:cNvGrpSpPr/>
            <p:nvPr/>
          </p:nvGrpSpPr>
          <p:grpSpPr>
            <a:xfrm>
              <a:off x="3991035" y="3150810"/>
              <a:ext cx="1556545" cy="538870"/>
              <a:chOff x="3971563" y="2707434"/>
              <a:chExt cx="1556545" cy="538870"/>
            </a:xfrm>
          </p:grpSpPr>
          <p:pic>
            <p:nvPicPr>
              <p:cNvPr id="53" name="Grafik 52">
                <a:extLst>
                  <a:ext uri="{FF2B5EF4-FFF2-40B4-BE49-F238E27FC236}">
                    <a16:creationId xmlns:a16="http://schemas.microsoft.com/office/drawing/2014/main" id="{7236489E-EC6D-4F2D-8818-D9DB5CFDC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C5CC7FA0-DD56-4D99-BBE0-7D061F8FFAD5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SWC2</a:t>
                </a:r>
              </a:p>
            </p:txBody>
          </p:sp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B6000B75-6FCF-476D-ACE0-EA548A2BDF67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SWC2.adoc</a:t>
                </a:r>
              </a:p>
            </p:txBody>
          </p:sp>
          <p:pic>
            <p:nvPicPr>
              <p:cNvPr id="56" name="Grafik 55">
                <a:extLst>
                  <a:ext uri="{FF2B5EF4-FFF2-40B4-BE49-F238E27FC236}">
                    <a16:creationId xmlns:a16="http://schemas.microsoft.com/office/drawing/2014/main" id="{5638930C-35BA-4CDD-90C5-4B60890316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5C6447E9-B508-44D0-91DA-8B799D9424A0}"/>
                </a:ext>
              </a:extLst>
            </p:cNvPr>
            <p:cNvGrpSpPr/>
            <p:nvPr/>
          </p:nvGrpSpPr>
          <p:grpSpPr>
            <a:xfrm>
              <a:off x="3991035" y="3566164"/>
              <a:ext cx="1556545" cy="538870"/>
              <a:chOff x="3971563" y="2707434"/>
              <a:chExt cx="1556545" cy="538870"/>
            </a:xfrm>
          </p:grpSpPr>
          <p:pic>
            <p:nvPicPr>
              <p:cNvPr id="58" name="Grafik 57">
                <a:extLst>
                  <a:ext uri="{FF2B5EF4-FFF2-40B4-BE49-F238E27FC236}">
                    <a16:creationId xmlns:a16="http://schemas.microsoft.com/office/drawing/2014/main" id="{7386B149-25B3-4E1A-8FC4-F10BCF5E8D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3FD0E184-DC34-446E-97FB-2B5CB794EB8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SWC3</a:t>
                </a:r>
              </a:p>
            </p:txBody>
          </p:sp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FDF15FCB-22D3-4387-8877-CDFD3D6865E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SWC3.adoc</a:t>
                </a:r>
              </a:p>
            </p:txBody>
          </p:sp>
          <p:pic>
            <p:nvPicPr>
              <p:cNvPr id="61" name="Grafik 60">
                <a:extLst>
                  <a:ext uri="{FF2B5EF4-FFF2-40B4-BE49-F238E27FC236}">
                    <a16:creationId xmlns:a16="http://schemas.microsoft.com/office/drawing/2014/main" id="{2AD78ABB-F218-47E5-8E33-D9B35A93F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</p:grp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FC63694C-496B-41CE-A6E5-9E9AD9C79064}"/>
              </a:ext>
            </a:extLst>
          </p:cNvPr>
          <p:cNvCxnSpPr/>
          <p:nvPr/>
        </p:nvCxnSpPr>
        <p:spPr>
          <a:xfrm flipV="1">
            <a:off x="7530293" y="3005697"/>
            <a:ext cx="700017" cy="730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hteck 63">
            <a:extLst>
              <a:ext uri="{FF2B5EF4-FFF2-40B4-BE49-F238E27FC236}">
                <a16:creationId xmlns:a16="http://schemas.microsoft.com/office/drawing/2014/main" id="{E7A5C639-E87D-42FA-8E4A-365C1AA0D216}"/>
              </a:ext>
            </a:extLst>
          </p:cNvPr>
          <p:cNvSpPr/>
          <p:nvPr/>
        </p:nvSpPr>
        <p:spPr>
          <a:xfrm>
            <a:off x="8230310" y="2612543"/>
            <a:ext cx="1087876" cy="749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EHB-NAV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E142C858-F4FE-436F-8971-B8A07CD9D64D}"/>
              </a:ext>
            </a:extLst>
          </p:cNvPr>
          <p:cNvSpPr/>
          <p:nvPr/>
        </p:nvSpPr>
        <p:spPr>
          <a:xfrm>
            <a:off x="8844985" y="2622345"/>
            <a:ext cx="358756" cy="188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F6219F2C-DD70-4919-81E1-3232A799619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30" y="2447734"/>
            <a:ext cx="472650" cy="472650"/>
          </a:xfrm>
          <a:prstGeom prst="rect">
            <a:avLst/>
          </a:prstGeom>
        </p:spPr>
      </p:pic>
      <p:pic>
        <p:nvPicPr>
          <p:cNvPr id="67" name="Picture 6" descr="AUTOSAR embedded toolchain updated">
            <a:extLst>
              <a:ext uri="{FF2B5EF4-FFF2-40B4-BE49-F238E27FC236}">
                <a16:creationId xmlns:a16="http://schemas.microsoft.com/office/drawing/2014/main" id="{0469A1F8-2895-4725-A466-B067F39D0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50" y="311638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17D56842-B635-4F16-8065-6F8544CA8447}"/>
              </a:ext>
            </a:extLst>
          </p:cNvPr>
          <p:cNvSpPr txBox="1"/>
          <p:nvPr/>
        </p:nvSpPr>
        <p:spPr>
          <a:xfrm>
            <a:off x="3987737" y="4109611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SWC1.arxml</a:t>
            </a:r>
          </a:p>
          <a:p>
            <a:r>
              <a:rPr lang="de-DE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SWC2.arxml</a:t>
            </a:r>
          </a:p>
          <a:p>
            <a:r>
              <a:rPr lang="de-DE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SWC3.arxml</a:t>
            </a:r>
          </a:p>
          <a:p>
            <a:r>
              <a:rPr lang="de-DE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Composition.arxml</a:t>
            </a:r>
            <a:endParaRPr lang="de-DE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122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DC8E24D-0263-4137-BE7D-87A1FA90D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E2322-B8A1-4AF7-8DCD-0571136AC237}" type="slidenum">
              <a:rPr kumimoji="0" lang="en-US" sz="2800" b="0" i="0" u="none" strike="noStrike" kern="1200" cap="none" spc="0" normalizeH="0" baseline="30000" noProof="1" smtClean="0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30000" noProof="1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EHB-CB: New approach for generating EHB Containers from .</a:t>
            </a:r>
            <a:r>
              <a:rPr lang="en-US" dirty="0" err="1"/>
              <a:t>arxml</a:t>
            </a:r>
            <a:r>
              <a:rPr lang="en-US" dirty="0"/>
              <a:t> files only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ETAS EHANDBOOK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68BC5521-7873-4D94-AE90-8D6B9A04C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432" y="2727658"/>
            <a:ext cx="593684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614A6D-42C7-441D-B1AC-9D4831B4F216}"/>
              </a:ext>
            </a:extLst>
          </p:cNvPr>
          <p:cNvCxnSpPr>
            <a:stCxn id="14" idx="3"/>
            <a:endCxn id="21" idx="2"/>
          </p:cNvCxnSpPr>
          <p:nvPr/>
        </p:nvCxnSpPr>
        <p:spPr>
          <a:xfrm flipV="1">
            <a:off x="5900116" y="3043158"/>
            <a:ext cx="707441" cy="414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59244997-26C7-4089-9BE4-EA596EED095D}"/>
              </a:ext>
            </a:extLst>
          </p:cNvPr>
          <p:cNvSpPr txBox="1"/>
          <p:nvPr/>
        </p:nvSpPr>
        <p:spPr>
          <a:xfrm>
            <a:off x="5954504" y="2825762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Generate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BAC62C4-4B51-4DE4-916D-99907C6BA964}"/>
              </a:ext>
            </a:extLst>
          </p:cNvPr>
          <p:cNvSpPr txBox="1"/>
          <p:nvPr/>
        </p:nvSpPr>
        <p:spPr>
          <a:xfrm>
            <a:off x="5306432" y="3361670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9AD45EC-7D89-4C61-B7A1-F8C40D814E12}"/>
              </a:ext>
            </a:extLst>
          </p:cNvPr>
          <p:cNvSpPr txBox="1"/>
          <p:nvPr/>
        </p:nvSpPr>
        <p:spPr>
          <a:xfrm>
            <a:off x="6602576" y="1845945"/>
            <a:ext cx="886209" cy="698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Scope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100" dirty="0">
                <a:solidFill>
                  <a:srgbClr val="000000"/>
                </a:solidFill>
                <a:latin typeface="Arial"/>
              </a:rPr>
              <a:t>SWCs + Ports + Interface Elements + Connections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6F3905B9-3A51-4FDA-A4BD-C1B67BC1878F}"/>
              </a:ext>
            </a:extLst>
          </p:cNvPr>
          <p:cNvSpPr/>
          <p:nvPr/>
        </p:nvSpPr>
        <p:spPr>
          <a:xfrm>
            <a:off x="6607557" y="2729351"/>
            <a:ext cx="886210" cy="627614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</a:t>
            </a:r>
          </a:p>
        </p:txBody>
      </p:sp>
      <p:pic>
        <p:nvPicPr>
          <p:cNvPr id="22" name="Picture 6" descr="AUTOSAR embedded toolchain updated">
            <a:extLst>
              <a:ext uri="{FF2B5EF4-FFF2-40B4-BE49-F238E27FC236}">
                <a16:creationId xmlns:a16="http://schemas.microsoft.com/office/drawing/2014/main" id="{9212520C-AE99-42D2-9FDC-748DA7271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856" y="278923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AUTOSAR embedded toolchain updated">
            <a:extLst>
              <a:ext uri="{FF2B5EF4-FFF2-40B4-BE49-F238E27FC236}">
                <a16:creationId xmlns:a16="http://schemas.microsoft.com/office/drawing/2014/main" id="{14BFC8BD-DA41-4E58-AAF6-AF3A02487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288" y="3056584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>
            <a:extLst>
              <a:ext uri="{FF2B5EF4-FFF2-40B4-BE49-F238E27FC236}">
                <a16:creationId xmlns:a16="http://schemas.microsoft.com/office/drawing/2014/main" id="{8D5D0D97-D1BD-4704-AD3D-4E62FD206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582" y="2729351"/>
            <a:ext cx="593684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4BEEE7C9-2CF4-436A-862C-F2637A930EE7}"/>
              </a:ext>
            </a:extLst>
          </p:cNvPr>
          <p:cNvCxnSpPr>
            <a:stCxn id="27" idx="3"/>
          </p:cNvCxnSpPr>
          <p:nvPr/>
        </p:nvCxnSpPr>
        <p:spPr>
          <a:xfrm flipV="1">
            <a:off x="3175266" y="3044851"/>
            <a:ext cx="707441" cy="414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00B75B59-8D06-4788-9A75-286442078F0D}"/>
              </a:ext>
            </a:extLst>
          </p:cNvPr>
          <p:cNvSpPr txBox="1"/>
          <p:nvPr/>
        </p:nvSpPr>
        <p:spPr>
          <a:xfrm>
            <a:off x="3229654" y="2827455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Create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C95F603-EA46-4BC6-9A2E-3C90844C371E}"/>
              </a:ext>
            </a:extLst>
          </p:cNvPr>
          <p:cNvSpPr txBox="1"/>
          <p:nvPr/>
        </p:nvSpPr>
        <p:spPr>
          <a:xfrm>
            <a:off x="2581582" y="3363363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050" dirty="0">
              <a:solidFill>
                <a:srgbClr val="000000"/>
              </a:solidFill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50" dirty="0">
                <a:solidFill>
                  <a:srgbClr val="000000"/>
                </a:solidFill>
                <a:latin typeface="Arial"/>
              </a:rPr>
              <a:t>CLI </a:t>
            </a:r>
            <a:r>
              <a:rPr lang="de-DE" sz="1050" dirty="0" err="1">
                <a:solidFill>
                  <a:srgbClr val="000000"/>
                </a:solidFill>
                <a:latin typeface="Arial"/>
              </a:rPr>
              <a:t>option</a:t>
            </a:r>
            <a:r>
              <a:rPr lang="de-DE" sz="1050" dirty="0">
                <a:solidFill>
                  <a:srgbClr val="000000"/>
                </a:solidFill>
                <a:latin typeface="Arial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-ar2ehbcbinput</a:t>
            </a:r>
          </a:p>
        </p:txBody>
      </p:sp>
      <p:pic>
        <p:nvPicPr>
          <p:cNvPr id="31" name="Picture 6" descr="AUTOSAR embedded toolchain updated">
            <a:extLst>
              <a:ext uri="{FF2B5EF4-FFF2-40B4-BE49-F238E27FC236}">
                <a16:creationId xmlns:a16="http://schemas.microsoft.com/office/drawing/2014/main" id="{68870CA4-5461-46F6-94B6-C9F6865B5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438" y="3058277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DE55121-22AF-4626-975C-B8EADEEAF8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913" y="2445544"/>
            <a:ext cx="805140" cy="95302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D4C3671-16E4-46EA-B51B-2210CABCDC45}"/>
              </a:ext>
            </a:extLst>
          </p:cNvPr>
          <p:cNvSpPr txBox="1"/>
          <p:nvPr/>
        </p:nvSpPr>
        <p:spPr>
          <a:xfrm>
            <a:off x="868435" y="2899323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SWC1.arxml</a:t>
            </a:r>
          </a:p>
          <a:p>
            <a:r>
              <a:rPr lang="de-DE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SWC2.arxml</a:t>
            </a:r>
          </a:p>
          <a:p>
            <a:r>
              <a:rPr lang="de-DE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SWC3.arxml</a:t>
            </a:r>
          </a:p>
          <a:p>
            <a:r>
              <a:rPr lang="de-DE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Composition.arxml</a:t>
            </a:r>
            <a:endParaRPr lang="de-DE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9B45D5D-EB08-4263-BEEF-839D03997E55}"/>
              </a:ext>
            </a:extLst>
          </p:cNvPr>
          <p:cNvSpPr txBox="1"/>
          <p:nvPr/>
        </p:nvSpPr>
        <p:spPr>
          <a:xfrm>
            <a:off x="868435" y="1975376"/>
            <a:ext cx="931623" cy="3593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Directory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with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arxml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files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ASW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50" dirty="0">
                <a:solidFill>
                  <a:srgbClr val="000000"/>
                </a:solidFill>
                <a:latin typeface="Arial"/>
              </a:rPr>
              <a:t>(SWCs + a </a:t>
            </a:r>
            <a:r>
              <a:rPr lang="de-DE" sz="1050" dirty="0" err="1">
                <a:solidFill>
                  <a:srgbClr val="000000"/>
                </a:solidFill>
                <a:latin typeface="Arial"/>
              </a:rPr>
              <a:t>Composition</a:t>
            </a:r>
            <a:r>
              <a:rPr lang="de-DE" sz="1050" dirty="0">
                <a:solidFill>
                  <a:srgbClr val="000000"/>
                </a:solidFill>
                <a:latin typeface="Arial"/>
              </a:rPr>
              <a:t>)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12A14235-1E90-4583-AB44-677E8BECE0DC}"/>
              </a:ext>
            </a:extLst>
          </p:cNvPr>
          <p:cNvCxnSpPr/>
          <p:nvPr/>
        </p:nvCxnSpPr>
        <p:spPr>
          <a:xfrm flipV="1">
            <a:off x="1688125" y="3056584"/>
            <a:ext cx="707441" cy="414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79AEFB72-EE68-40A1-B606-2BF6558D6172}"/>
              </a:ext>
            </a:extLst>
          </p:cNvPr>
          <p:cNvSpPr txBox="1"/>
          <p:nvPr/>
        </p:nvSpPr>
        <p:spPr>
          <a:xfrm>
            <a:off x="1941118" y="124364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1: </a:t>
            </a:r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D06A115-5C2B-40B3-B7DE-234F120C082C}"/>
              </a:ext>
            </a:extLst>
          </p:cNvPr>
          <p:cNvSpPr txBox="1"/>
          <p:nvPr/>
        </p:nvSpPr>
        <p:spPr>
          <a:xfrm>
            <a:off x="4665968" y="1213776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2: Generate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7CB2998-AF54-4733-930E-9766C5F4E364}"/>
              </a:ext>
            </a:extLst>
          </p:cNvPr>
          <p:cNvSpPr txBox="1"/>
          <p:nvPr/>
        </p:nvSpPr>
        <p:spPr>
          <a:xfrm>
            <a:off x="4087785" y="1971048"/>
            <a:ext cx="931623" cy="3593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EHB-CB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4DAB9883-0D68-45EC-81DE-E8D214B8474D}"/>
              </a:ext>
            </a:extLst>
          </p:cNvPr>
          <p:cNvGrpSpPr/>
          <p:nvPr/>
        </p:nvGrpSpPr>
        <p:grpSpPr>
          <a:xfrm>
            <a:off x="3801412" y="2437618"/>
            <a:ext cx="1746168" cy="1667416"/>
            <a:chOff x="3801412" y="2437618"/>
            <a:chExt cx="1746168" cy="1667416"/>
          </a:xfrm>
        </p:grpSpPr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62567E04-6391-49AC-9104-531091FEA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01412" y="2437618"/>
              <a:ext cx="312748" cy="370192"/>
            </a:xfrm>
            <a:prstGeom prst="rect">
              <a:avLst/>
            </a:prstGeom>
          </p:spPr>
        </p:pic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834B5F63-CC27-4E4D-8EF3-6D3D9887B14B}"/>
                </a:ext>
              </a:extLst>
            </p:cNvPr>
            <p:cNvSpPr txBox="1"/>
            <p:nvPr/>
          </p:nvSpPr>
          <p:spPr>
            <a:xfrm>
              <a:off x="3990020" y="2536662"/>
              <a:ext cx="13683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ECU_Project</a:t>
              </a:r>
              <a:endParaRPr lang="de-DE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8FAF6AEE-0F6D-4B06-8DD3-7CE3D115051F}"/>
                </a:ext>
              </a:extLst>
            </p:cNvPr>
            <p:cNvGrpSpPr/>
            <p:nvPr/>
          </p:nvGrpSpPr>
          <p:grpSpPr>
            <a:xfrm>
              <a:off x="3971563" y="2707434"/>
              <a:ext cx="1556545" cy="538870"/>
              <a:chOff x="3971563" y="2707434"/>
              <a:chExt cx="1556545" cy="538870"/>
            </a:xfrm>
          </p:grpSpPr>
          <p:pic>
            <p:nvPicPr>
              <p:cNvPr id="40" name="Grafik 39">
                <a:extLst>
                  <a:ext uri="{FF2B5EF4-FFF2-40B4-BE49-F238E27FC236}">
                    <a16:creationId xmlns:a16="http://schemas.microsoft.com/office/drawing/2014/main" id="{4684B3BB-1C36-4884-9A38-ECBB420E40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E67D665C-40A8-4E24-8A48-80A894251A7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SWC1</a:t>
                </a:r>
              </a:p>
            </p:txBody>
          </p: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8A1C918C-33AE-47AF-AC40-CD517A38473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SWC1.adoc</a:t>
                </a:r>
              </a:p>
            </p:txBody>
          </p:sp>
          <p:pic>
            <p:nvPicPr>
              <p:cNvPr id="43" name="Grafik 42">
                <a:extLst>
                  <a:ext uri="{FF2B5EF4-FFF2-40B4-BE49-F238E27FC236}">
                    <a16:creationId xmlns:a16="http://schemas.microsoft.com/office/drawing/2014/main" id="{518730DF-D0B4-4B8C-96F5-94BD685F38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1B706DAF-69DD-4DCF-B0CC-98E57DB55DC7}"/>
                </a:ext>
              </a:extLst>
            </p:cNvPr>
            <p:cNvGrpSpPr/>
            <p:nvPr/>
          </p:nvGrpSpPr>
          <p:grpSpPr>
            <a:xfrm>
              <a:off x="3991035" y="3150810"/>
              <a:ext cx="1556545" cy="538870"/>
              <a:chOff x="3971563" y="2707434"/>
              <a:chExt cx="1556545" cy="538870"/>
            </a:xfrm>
          </p:grpSpPr>
          <p:pic>
            <p:nvPicPr>
              <p:cNvPr id="53" name="Grafik 52">
                <a:extLst>
                  <a:ext uri="{FF2B5EF4-FFF2-40B4-BE49-F238E27FC236}">
                    <a16:creationId xmlns:a16="http://schemas.microsoft.com/office/drawing/2014/main" id="{7236489E-EC6D-4F2D-8818-D9DB5CFDC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C5CC7FA0-DD56-4D99-BBE0-7D061F8FFAD5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SWC2</a:t>
                </a:r>
              </a:p>
            </p:txBody>
          </p:sp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B6000B75-6FCF-476D-ACE0-EA548A2BDF67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SWC2.adoc</a:t>
                </a:r>
              </a:p>
            </p:txBody>
          </p:sp>
          <p:pic>
            <p:nvPicPr>
              <p:cNvPr id="56" name="Grafik 55">
                <a:extLst>
                  <a:ext uri="{FF2B5EF4-FFF2-40B4-BE49-F238E27FC236}">
                    <a16:creationId xmlns:a16="http://schemas.microsoft.com/office/drawing/2014/main" id="{5638930C-35BA-4CDD-90C5-4B60890316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5C6447E9-B508-44D0-91DA-8B799D9424A0}"/>
                </a:ext>
              </a:extLst>
            </p:cNvPr>
            <p:cNvGrpSpPr/>
            <p:nvPr/>
          </p:nvGrpSpPr>
          <p:grpSpPr>
            <a:xfrm>
              <a:off x="3991035" y="3566164"/>
              <a:ext cx="1556545" cy="538870"/>
              <a:chOff x="3971563" y="2707434"/>
              <a:chExt cx="1556545" cy="538870"/>
            </a:xfrm>
          </p:grpSpPr>
          <p:pic>
            <p:nvPicPr>
              <p:cNvPr id="58" name="Grafik 57">
                <a:extLst>
                  <a:ext uri="{FF2B5EF4-FFF2-40B4-BE49-F238E27FC236}">
                    <a16:creationId xmlns:a16="http://schemas.microsoft.com/office/drawing/2014/main" id="{7386B149-25B3-4E1A-8FC4-F10BCF5E8D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3FD0E184-DC34-446E-97FB-2B5CB794EB8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SWC3</a:t>
                </a:r>
              </a:p>
            </p:txBody>
          </p:sp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FDF15FCB-22D3-4387-8877-CDFD3D6865E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SWC3.adoc</a:t>
                </a:r>
              </a:p>
            </p:txBody>
          </p:sp>
          <p:pic>
            <p:nvPicPr>
              <p:cNvPr id="61" name="Grafik 60">
                <a:extLst>
                  <a:ext uri="{FF2B5EF4-FFF2-40B4-BE49-F238E27FC236}">
                    <a16:creationId xmlns:a16="http://schemas.microsoft.com/office/drawing/2014/main" id="{2AD78ABB-F218-47E5-8E33-D9B35A93F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</p:grpSp>
      <p:sp>
        <p:nvSpPr>
          <p:cNvPr id="48" name="Geschweifte Klammer links 47">
            <a:extLst>
              <a:ext uri="{FF2B5EF4-FFF2-40B4-BE49-F238E27FC236}">
                <a16:creationId xmlns:a16="http://schemas.microsoft.com/office/drawing/2014/main" id="{23F6057E-8336-420B-B532-3493FD3F49EA}"/>
              </a:ext>
            </a:extLst>
          </p:cNvPr>
          <p:cNvSpPr/>
          <p:nvPr/>
        </p:nvSpPr>
        <p:spPr>
          <a:xfrm rot="5400000">
            <a:off x="2680848" y="-585212"/>
            <a:ext cx="312577" cy="46698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FC63694C-496B-41CE-A6E5-9E9AD9C79064}"/>
              </a:ext>
            </a:extLst>
          </p:cNvPr>
          <p:cNvCxnSpPr/>
          <p:nvPr/>
        </p:nvCxnSpPr>
        <p:spPr>
          <a:xfrm flipV="1">
            <a:off x="7530293" y="3005697"/>
            <a:ext cx="700017" cy="730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hteck 63">
            <a:extLst>
              <a:ext uri="{FF2B5EF4-FFF2-40B4-BE49-F238E27FC236}">
                <a16:creationId xmlns:a16="http://schemas.microsoft.com/office/drawing/2014/main" id="{E7A5C639-E87D-42FA-8E4A-365C1AA0D216}"/>
              </a:ext>
            </a:extLst>
          </p:cNvPr>
          <p:cNvSpPr/>
          <p:nvPr/>
        </p:nvSpPr>
        <p:spPr>
          <a:xfrm>
            <a:off x="8230310" y="2612543"/>
            <a:ext cx="1087876" cy="749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EHB-NAV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E142C858-F4FE-436F-8971-B8A07CD9D64D}"/>
              </a:ext>
            </a:extLst>
          </p:cNvPr>
          <p:cNvSpPr/>
          <p:nvPr/>
        </p:nvSpPr>
        <p:spPr>
          <a:xfrm>
            <a:off x="8844985" y="2622345"/>
            <a:ext cx="358756" cy="188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F6219F2C-DD70-4919-81E1-3232A799619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30" y="2447734"/>
            <a:ext cx="472650" cy="472650"/>
          </a:xfrm>
          <a:prstGeom prst="rect">
            <a:avLst/>
          </a:prstGeom>
        </p:spPr>
      </p:pic>
      <p:pic>
        <p:nvPicPr>
          <p:cNvPr id="67" name="Picture 6" descr="AUTOSAR embedded toolchain updated">
            <a:extLst>
              <a:ext uri="{FF2B5EF4-FFF2-40B4-BE49-F238E27FC236}">
                <a16:creationId xmlns:a16="http://schemas.microsoft.com/office/drawing/2014/main" id="{0469A1F8-2895-4725-A466-B067F39D0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50" y="311638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eschweifte Klammer links 67">
            <a:extLst>
              <a:ext uri="{FF2B5EF4-FFF2-40B4-BE49-F238E27FC236}">
                <a16:creationId xmlns:a16="http://schemas.microsoft.com/office/drawing/2014/main" id="{790D26AD-B908-4E0F-81CB-E2C3DB7A961B}"/>
              </a:ext>
            </a:extLst>
          </p:cNvPr>
          <p:cNvSpPr/>
          <p:nvPr/>
        </p:nvSpPr>
        <p:spPr>
          <a:xfrm rot="5400000">
            <a:off x="5550211" y="-12837"/>
            <a:ext cx="312577" cy="36475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CC672755-391F-4F3C-A687-25ABAE28E824}"/>
              </a:ext>
            </a:extLst>
          </p:cNvPr>
          <p:cNvSpPr txBox="1"/>
          <p:nvPr/>
        </p:nvSpPr>
        <p:spPr>
          <a:xfrm>
            <a:off x="6109335" y="4104096"/>
            <a:ext cx="43148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 err="1"/>
              <a:t>Only</a:t>
            </a:r>
            <a:r>
              <a:rPr lang="de-DE" sz="1100" dirty="0"/>
              <a:t> .</a:t>
            </a:r>
            <a:r>
              <a:rPr lang="de-DE" sz="1100" dirty="0" err="1"/>
              <a:t>arxml</a:t>
            </a:r>
            <a:r>
              <a:rPr lang="de-DE" sz="1100" dirty="0"/>
              <a:t> </a:t>
            </a:r>
            <a:r>
              <a:rPr lang="de-DE" sz="1100" dirty="0" err="1"/>
              <a:t>files</a:t>
            </a:r>
            <a:r>
              <a:rPr lang="de-DE" sz="1100" dirty="0"/>
              <a:t> </a:t>
            </a:r>
            <a:r>
              <a:rPr lang="de-DE" sz="1100" dirty="0" err="1"/>
              <a:t>for</a:t>
            </a:r>
            <a:r>
              <a:rPr lang="de-DE" sz="1100" dirty="0"/>
              <a:t> ASW </a:t>
            </a:r>
            <a:r>
              <a:rPr lang="de-DE" sz="1100" dirty="0" err="1"/>
              <a:t>required</a:t>
            </a:r>
            <a:r>
              <a:rPr lang="de-DE" sz="1100" dirty="0"/>
              <a:t> (e.g., ISOLAR-A </a:t>
            </a:r>
            <a:r>
              <a:rPr lang="de-DE" sz="1100" dirty="0" err="1"/>
              <a:t>project</a:t>
            </a:r>
            <a:r>
              <a:rPr lang="de-DE" sz="1100" dirty="0"/>
              <a:t>) </a:t>
            </a:r>
            <a:r>
              <a:rPr lang="de-DE" sz="1100" dirty="0" err="1"/>
              <a:t>to</a:t>
            </a:r>
            <a:r>
              <a:rPr lang="de-DE" sz="1100" dirty="0"/>
              <a:t> </a:t>
            </a:r>
            <a:r>
              <a:rPr lang="de-DE" sz="1100" dirty="0" err="1"/>
              <a:t>get</a:t>
            </a:r>
            <a:r>
              <a:rPr lang="de-DE" sz="1100" dirty="0"/>
              <a:t> </a:t>
            </a:r>
            <a:r>
              <a:rPr lang="de-DE" sz="1100" dirty="0" err="1"/>
              <a:t>started</a:t>
            </a:r>
            <a:r>
              <a:rPr lang="de-DE" sz="1100" dirty="0"/>
              <a:t> </a:t>
            </a:r>
            <a:r>
              <a:rPr lang="de-DE" sz="1100" dirty="0" err="1"/>
              <a:t>with</a:t>
            </a:r>
            <a:r>
              <a:rPr lang="de-DE" sz="1100" dirty="0"/>
              <a:t> EHB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 err="1"/>
              <a:t>Reduced</a:t>
            </a:r>
            <a:r>
              <a:rPr lang="de-DE" sz="1100" dirty="0"/>
              <a:t> </a:t>
            </a:r>
            <a:r>
              <a:rPr lang="de-DE" sz="1100" dirty="0" err="1"/>
              <a:t>entry</a:t>
            </a:r>
            <a:r>
              <a:rPr lang="de-DE" sz="1100" dirty="0"/>
              <a:t> </a:t>
            </a:r>
            <a:r>
              <a:rPr lang="de-DE" sz="1100" dirty="0" err="1"/>
              <a:t>hurdle</a:t>
            </a:r>
            <a:r>
              <a:rPr lang="de-DE" sz="1100" dirty="0"/>
              <a:t> </a:t>
            </a:r>
            <a:r>
              <a:rPr lang="de-DE" sz="1100" dirty="0" err="1"/>
              <a:t>as</a:t>
            </a:r>
            <a:r>
              <a:rPr lang="de-DE" sz="1100" dirty="0"/>
              <a:t> </a:t>
            </a:r>
            <a:r>
              <a:rPr lang="de-DE" sz="1100" dirty="0" err="1"/>
              <a:t>input</a:t>
            </a:r>
            <a:r>
              <a:rPr lang="de-DE" sz="1100" dirty="0"/>
              <a:t> </a:t>
            </a:r>
            <a:r>
              <a:rPr lang="de-DE" sz="1100" dirty="0" err="1"/>
              <a:t>data</a:t>
            </a:r>
            <a:r>
              <a:rPr lang="de-DE" sz="1100" dirty="0"/>
              <a:t> </a:t>
            </a:r>
            <a:r>
              <a:rPr lang="de-DE" sz="1100" dirty="0" err="1"/>
              <a:t>for</a:t>
            </a:r>
            <a:r>
              <a:rPr lang="de-DE" sz="1100" dirty="0"/>
              <a:t> EHB-CB </a:t>
            </a:r>
            <a:r>
              <a:rPr lang="de-DE" sz="1100" dirty="0" err="1"/>
              <a:t>is</a:t>
            </a:r>
            <a:r>
              <a:rPr lang="de-DE" sz="1100" dirty="0"/>
              <a:t> </a:t>
            </a:r>
            <a:r>
              <a:rPr lang="de-DE" sz="1100" dirty="0" err="1"/>
              <a:t>automatically</a:t>
            </a:r>
            <a:r>
              <a:rPr lang="de-DE" sz="1100" dirty="0"/>
              <a:t> </a:t>
            </a:r>
            <a:r>
              <a:rPr lang="de-DE" sz="1100" dirty="0" err="1"/>
              <a:t>generated</a:t>
            </a:r>
            <a:endParaRPr lang="de-DE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100" dirty="0" err="1"/>
              <a:t>Learn</a:t>
            </a:r>
            <a:r>
              <a:rPr lang="de-DE" sz="1100" dirty="0"/>
              <a:t> </a:t>
            </a:r>
            <a:r>
              <a:rPr lang="de-DE" sz="1100" dirty="0" err="1"/>
              <a:t>how</a:t>
            </a:r>
            <a:r>
              <a:rPr lang="de-DE" sz="1100" dirty="0"/>
              <a:t> EHB-CB </a:t>
            </a:r>
            <a:r>
              <a:rPr lang="de-DE" sz="1100" dirty="0" err="1"/>
              <a:t>works</a:t>
            </a:r>
            <a:endParaRPr lang="de-DE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/>
              <a:t>2 </a:t>
            </a:r>
            <a:r>
              <a:rPr lang="de-DE" sz="1100" dirty="0" err="1"/>
              <a:t>step</a:t>
            </a:r>
            <a:r>
              <a:rPr lang="de-DE" sz="1100" dirty="0"/>
              <a:t> </a:t>
            </a:r>
            <a:r>
              <a:rPr lang="de-DE" sz="1100" dirty="0" err="1"/>
              <a:t>approach</a:t>
            </a:r>
            <a:r>
              <a:rPr lang="de-DE" sz="1100" dirty="0"/>
              <a:t> such </a:t>
            </a:r>
            <a:r>
              <a:rPr lang="de-DE" sz="1100" dirty="0" err="1"/>
              <a:t>that</a:t>
            </a:r>
            <a:r>
              <a:rPr lang="de-DE" sz="1100" dirty="0"/>
              <a:t> auto-</a:t>
            </a:r>
            <a:r>
              <a:rPr lang="de-DE" sz="1100" dirty="0" err="1"/>
              <a:t>generated</a:t>
            </a:r>
            <a:r>
              <a:rPr lang="de-DE" sz="1100" dirty="0"/>
              <a:t> </a:t>
            </a:r>
            <a:r>
              <a:rPr lang="de-DE" sz="1100" dirty="0" err="1"/>
              <a:t>input</a:t>
            </a:r>
            <a:r>
              <a:rPr lang="de-DE" sz="1100" dirty="0"/>
              <a:t> </a:t>
            </a:r>
            <a:r>
              <a:rPr lang="de-DE" sz="1100" dirty="0" err="1"/>
              <a:t>data</a:t>
            </a:r>
            <a:r>
              <a:rPr lang="de-DE" sz="1100" dirty="0"/>
              <a:t> </a:t>
            </a:r>
            <a:r>
              <a:rPr lang="de-DE" sz="1100" dirty="0" err="1"/>
              <a:t>can</a:t>
            </a:r>
            <a:r>
              <a:rPr lang="de-DE" sz="1100" dirty="0"/>
              <a:t> </a:t>
            </a:r>
            <a:r>
              <a:rPr lang="de-DE" sz="1100" dirty="0" err="1"/>
              <a:t>be</a:t>
            </a:r>
            <a:r>
              <a:rPr lang="de-DE" sz="1100" dirty="0"/>
              <a:t> </a:t>
            </a:r>
            <a:r>
              <a:rPr lang="de-DE" sz="1100" dirty="0" err="1"/>
              <a:t>altered</a:t>
            </a:r>
            <a:r>
              <a:rPr lang="de-DE" sz="1100" dirty="0"/>
              <a:t> (e.g., additional ASCET / SL </a:t>
            </a:r>
            <a:r>
              <a:rPr lang="de-DE" sz="1100" dirty="0" err="1"/>
              <a:t>models</a:t>
            </a:r>
            <a:r>
              <a:rPr lang="de-DE" sz="1100" dirty="0"/>
              <a:t> </a:t>
            </a:r>
            <a:r>
              <a:rPr lang="de-DE" sz="1100" dirty="0" err="1"/>
              <a:t>or</a:t>
            </a:r>
            <a:r>
              <a:rPr lang="de-DE" sz="1100" dirty="0"/>
              <a:t> C-Code)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76BDCA08-3084-4EE5-A7CE-0ACEA2B62802}"/>
              </a:ext>
            </a:extLst>
          </p:cNvPr>
          <p:cNvSpPr txBox="1"/>
          <p:nvPr/>
        </p:nvSpPr>
        <p:spPr>
          <a:xfrm>
            <a:off x="3987737" y="4109611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SWC1.arxml</a:t>
            </a:r>
          </a:p>
          <a:p>
            <a:r>
              <a:rPr lang="de-DE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SWC2.arxml</a:t>
            </a:r>
          </a:p>
          <a:p>
            <a:r>
              <a:rPr lang="de-DE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SWC3.arxml</a:t>
            </a:r>
          </a:p>
          <a:p>
            <a:r>
              <a:rPr lang="de-DE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Composition.arxml</a:t>
            </a:r>
            <a:endParaRPr lang="de-DE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03A9D96F-156C-4B0A-B34F-DDDEF4BBA4C8}"/>
              </a:ext>
            </a:extLst>
          </p:cNvPr>
          <p:cNvSpPr/>
          <p:nvPr/>
        </p:nvSpPr>
        <p:spPr>
          <a:xfrm>
            <a:off x="9644729" y="162468"/>
            <a:ext cx="1087876" cy="749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dirty="0">
                <a:solidFill>
                  <a:srgbClr val="FFFFFF"/>
                </a:solidFill>
                <a:latin typeface="Arial"/>
              </a:rPr>
              <a:t>EHB-CB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213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EHB-NAV: Features related to AUTOSAR (Classic) support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ETAS EHANDBOOK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21D4018B-BC20-4FA4-A701-BA9DEF357F99}"/>
              </a:ext>
            </a:extLst>
          </p:cNvPr>
          <p:cNvSpPr/>
          <p:nvPr/>
        </p:nvSpPr>
        <p:spPr>
          <a:xfrm>
            <a:off x="9644729" y="162468"/>
            <a:ext cx="1087876" cy="749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dirty="0">
                <a:solidFill>
                  <a:srgbClr val="FFFFFF"/>
                </a:solidFill>
                <a:latin typeface="Arial"/>
              </a:rPr>
              <a:t>EHB-NAV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834DB2E6-18F8-4089-919B-A7CBA00B498C}"/>
              </a:ext>
            </a:extLst>
          </p:cNvPr>
          <p:cNvSpPr txBox="1"/>
          <p:nvPr/>
        </p:nvSpPr>
        <p:spPr>
          <a:xfrm>
            <a:off x="2284840" y="2980952"/>
            <a:ext cx="886209" cy="341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Scope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Complete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Tier-1 ASW</a:t>
            </a:r>
          </a:p>
        </p:txBody>
      </p:sp>
      <p:sp>
        <p:nvSpPr>
          <p:cNvPr id="69" name="Zylinder 68">
            <a:extLst>
              <a:ext uri="{FF2B5EF4-FFF2-40B4-BE49-F238E27FC236}">
                <a16:creationId xmlns:a16="http://schemas.microsoft.com/office/drawing/2014/main" id="{40CDEA89-E670-4790-A17E-1EAF41BF8D43}"/>
              </a:ext>
            </a:extLst>
          </p:cNvPr>
          <p:cNvSpPr/>
          <p:nvPr/>
        </p:nvSpPr>
        <p:spPr>
          <a:xfrm>
            <a:off x="2289821" y="3507269"/>
            <a:ext cx="886210" cy="627614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</a:t>
            </a:r>
          </a:p>
        </p:txBody>
      </p:sp>
      <p:pic>
        <p:nvPicPr>
          <p:cNvPr id="71" name="Picture 6" descr="AUTOSAR embedded toolchain updated">
            <a:extLst>
              <a:ext uri="{FF2B5EF4-FFF2-40B4-BE49-F238E27FC236}">
                <a16:creationId xmlns:a16="http://schemas.microsoft.com/office/drawing/2014/main" id="{CD968B4E-EBC1-43D1-94F6-7AE515E1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120" y="3567150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Rechteck 71">
            <a:extLst>
              <a:ext uri="{FF2B5EF4-FFF2-40B4-BE49-F238E27FC236}">
                <a16:creationId xmlns:a16="http://schemas.microsoft.com/office/drawing/2014/main" id="{A66057CC-A8DC-4C4C-AC9D-BC130B785303}"/>
              </a:ext>
            </a:extLst>
          </p:cNvPr>
          <p:cNvSpPr/>
          <p:nvPr/>
        </p:nvSpPr>
        <p:spPr>
          <a:xfrm>
            <a:off x="4333131" y="2226302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.hex</a:t>
            </a:r>
          </a:p>
        </p:txBody>
      </p: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3D70C52A-C64F-43CB-A591-15ED362B57BC}"/>
              </a:ext>
            </a:extLst>
          </p:cNvPr>
          <p:cNvCxnSpPr>
            <a:stCxn id="72" idx="2"/>
          </p:cNvCxnSpPr>
          <p:nvPr/>
        </p:nvCxnSpPr>
        <p:spPr>
          <a:xfrm flipH="1">
            <a:off x="4503281" y="2630882"/>
            <a:ext cx="3111" cy="77980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83236C53-4053-421B-B7F3-C7460ECE9950}"/>
              </a:ext>
            </a:extLst>
          </p:cNvPr>
          <p:cNvCxnSpPr/>
          <p:nvPr/>
        </p:nvCxnSpPr>
        <p:spPr>
          <a:xfrm flipV="1">
            <a:off x="3241378" y="3803836"/>
            <a:ext cx="700017" cy="730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B194D7B3-7B42-4F96-9659-6998ED8BE0F1}"/>
              </a:ext>
            </a:extLst>
          </p:cNvPr>
          <p:cNvSpPr/>
          <p:nvPr/>
        </p:nvSpPr>
        <p:spPr>
          <a:xfrm>
            <a:off x="3941395" y="3410682"/>
            <a:ext cx="1087876" cy="749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EHB-NAV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F22BA147-2AB5-42E4-89DD-D9FD2D9B0CCB}"/>
              </a:ext>
            </a:extLst>
          </p:cNvPr>
          <p:cNvSpPr/>
          <p:nvPr/>
        </p:nvSpPr>
        <p:spPr>
          <a:xfrm>
            <a:off x="5254091" y="1918461"/>
            <a:ext cx="1087876" cy="749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INCA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AA453B8D-CDEE-4DF0-B67E-F29C56D0BD05}"/>
              </a:ext>
            </a:extLst>
          </p:cNvPr>
          <p:cNvSpPr/>
          <p:nvPr/>
        </p:nvSpPr>
        <p:spPr>
          <a:xfrm>
            <a:off x="6619564" y="3408416"/>
            <a:ext cx="1087876" cy="749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MDA 8 </a:t>
            </a:r>
          </a:p>
        </p:txBody>
      </p:sp>
      <p:cxnSp>
        <p:nvCxnSpPr>
          <p:cNvPr id="78" name="Gewinkelter Verbinder 25">
            <a:extLst>
              <a:ext uri="{FF2B5EF4-FFF2-40B4-BE49-F238E27FC236}">
                <a16:creationId xmlns:a16="http://schemas.microsoft.com/office/drawing/2014/main" id="{4BE74F3A-8A27-422F-A2C3-D422410E1C13}"/>
              </a:ext>
            </a:extLst>
          </p:cNvPr>
          <p:cNvCxnSpPr>
            <a:stCxn id="87" idx="0"/>
            <a:endCxn id="89" idx="2"/>
          </p:cNvCxnSpPr>
          <p:nvPr/>
        </p:nvCxnSpPr>
        <p:spPr>
          <a:xfrm rot="5400000" flipH="1" flipV="1">
            <a:off x="4737484" y="2658055"/>
            <a:ext cx="760392" cy="764466"/>
          </a:xfrm>
          <a:prstGeom prst="bentConnector3">
            <a:avLst/>
          </a:prstGeom>
          <a:ln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feld 78">
            <a:extLst>
              <a:ext uri="{FF2B5EF4-FFF2-40B4-BE49-F238E27FC236}">
                <a16:creationId xmlns:a16="http://schemas.microsoft.com/office/drawing/2014/main" id="{126E227E-B11D-453F-9998-BD03CF4FE3B4}"/>
              </a:ext>
            </a:extLst>
          </p:cNvPr>
          <p:cNvSpPr txBox="1"/>
          <p:nvPr/>
        </p:nvSpPr>
        <p:spPr>
          <a:xfrm>
            <a:off x="4947626" y="3074160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INCA COM API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B3678EB6-D2DA-4880-8EF6-496769298DF5}"/>
              </a:ext>
            </a:extLst>
          </p:cNvPr>
          <p:cNvSpPr/>
          <p:nvPr/>
        </p:nvSpPr>
        <p:spPr>
          <a:xfrm>
            <a:off x="5639236" y="3581465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.mf4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7D6030F6-A690-4854-A910-C8BC198AA6E4}"/>
              </a:ext>
            </a:extLst>
          </p:cNvPr>
          <p:cNvCxnSpPr>
            <a:stCxn id="80" idx="3"/>
            <a:endCxn id="77" idx="1"/>
          </p:cNvCxnSpPr>
          <p:nvPr/>
        </p:nvCxnSpPr>
        <p:spPr>
          <a:xfrm flipV="1">
            <a:off x="5985756" y="3783099"/>
            <a:ext cx="633808" cy="6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8F93BFD3-7845-4767-84B0-A512E305D4EA}"/>
              </a:ext>
            </a:extLst>
          </p:cNvPr>
          <p:cNvCxnSpPr>
            <a:stCxn id="80" idx="1"/>
            <a:endCxn id="75" idx="3"/>
          </p:cNvCxnSpPr>
          <p:nvPr/>
        </p:nvCxnSpPr>
        <p:spPr>
          <a:xfrm flipH="1">
            <a:off x="5029272" y="3783755"/>
            <a:ext cx="609964" cy="160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A763AB80-CEAE-453A-81E1-AD8F759FB73F}"/>
              </a:ext>
            </a:extLst>
          </p:cNvPr>
          <p:cNvCxnSpPr>
            <a:stCxn id="88" idx="2"/>
            <a:endCxn id="80" idx="0"/>
          </p:cNvCxnSpPr>
          <p:nvPr/>
        </p:nvCxnSpPr>
        <p:spPr>
          <a:xfrm>
            <a:off x="5808924" y="2641422"/>
            <a:ext cx="3572" cy="94004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99CCA429-EC20-41D4-9D0E-5323701C5B92}"/>
              </a:ext>
            </a:extLst>
          </p:cNvPr>
          <p:cNvCxnSpPr>
            <a:stCxn id="85" idx="2"/>
          </p:cNvCxnSpPr>
          <p:nvPr/>
        </p:nvCxnSpPr>
        <p:spPr>
          <a:xfrm>
            <a:off x="4113089" y="2323040"/>
            <a:ext cx="4845" cy="109171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hteck 84">
            <a:extLst>
              <a:ext uri="{FF2B5EF4-FFF2-40B4-BE49-F238E27FC236}">
                <a16:creationId xmlns:a16="http://schemas.microsoft.com/office/drawing/2014/main" id="{39345B1C-2947-42D3-907C-99164894362D}"/>
              </a:ext>
            </a:extLst>
          </p:cNvPr>
          <p:cNvSpPr/>
          <p:nvPr/>
        </p:nvSpPr>
        <p:spPr>
          <a:xfrm>
            <a:off x="3939828" y="1918461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.a2l</a:t>
            </a:r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B710F685-7DEE-44D8-8A79-86BFBF28954E}"/>
              </a:ext>
            </a:extLst>
          </p:cNvPr>
          <p:cNvCxnSpPr/>
          <p:nvPr/>
        </p:nvCxnSpPr>
        <p:spPr>
          <a:xfrm>
            <a:off x="5056740" y="4055724"/>
            <a:ext cx="1562824" cy="0"/>
          </a:xfrm>
          <a:prstGeom prst="straightConnector1">
            <a:avLst/>
          </a:prstGeom>
          <a:ln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hteck 86">
            <a:extLst>
              <a:ext uri="{FF2B5EF4-FFF2-40B4-BE49-F238E27FC236}">
                <a16:creationId xmlns:a16="http://schemas.microsoft.com/office/drawing/2014/main" id="{A065033B-59DC-4672-912F-13A1963921C3}"/>
              </a:ext>
            </a:extLst>
          </p:cNvPr>
          <p:cNvSpPr/>
          <p:nvPr/>
        </p:nvSpPr>
        <p:spPr>
          <a:xfrm>
            <a:off x="4556070" y="3420484"/>
            <a:ext cx="358756" cy="188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D38FC56B-90E7-4F2E-897B-B83BC01242C7}"/>
              </a:ext>
            </a:extLst>
          </p:cNvPr>
          <p:cNvSpPr/>
          <p:nvPr/>
        </p:nvSpPr>
        <p:spPr>
          <a:xfrm>
            <a:off x="5629546" y="2452776"/>
            <a:ext cx="358756" cy="188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61F193EA-1E68-438F-807C-6CA75C65733C}"/>
              </a:ext>
            </a:extLst>
          </p:cNvPr>
          <p:cNvSpPr/>
          <p:nvPr/>
        </p:nvSpPr>
        <p:spPr>
          <a:xfrm>
            <a:off x="5320535" y="2471447"/>
            <a:ext cx="358756" cy="188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E7E08F10-D318-4293-B98C-BAAFF24669EC}"/>
              </a:ext>
            </a:extLst>
          </p:cNvPr>
          <p:cNvCxnSpPr>
            <a:stCxn id="72" idx="3"/>
          </p:cNvCxnSpPr>
          <p:nvPr/>
        </p:nvCxnSpPr>
        <p:spPr>
          <a:xfrm flipV="1">
            <a:off x="4679651" y="2418671"/>
            <a:ext cx="594501" cy="992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6052503B-168C-4546-AD99-E9E18A9049E6}"/>
              </a:ext>
            </a:extLst>
          </p:cNvPr>
          <p:cNvCxnSpPr>
            <a:stCxn id="85" idx="3"/>
          </p:cNvCxnSpPr>
          <p:nvPr/>
        </p:nvCxnSpPr>
        <p:spPr>
          <a:xfrm flipV="1">
            <a:off x="4286349" y="2118096"/>
            <a:ext cx="987804" cy="265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D1D61CA7-0442-4827-A36D-7981C9D49381}"/>
              </a:ext>
            </a:extLst>
          </p:cNvPr>
          <p:cNvSpPr txBox="1"/>
          <p:nvPr/>
        </p:nvSpPr>
        <p:spPr>
          <a:xfrm>
            <a:off x="5487250" y="4114531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Tool Binding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19E4E9EE-2F36-4504-ABE3-7067EE296E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415" y="3245873"/>
            <a:ext cx="472650" cy="472650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DBE88C41-4E4E-4FC0-B488-E508A8DD55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243" y="1753486"/>
            <a:ext cx="472816" cy="472816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C6CC72F3-52BB-4227-9DDD-0B73F081530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445" y="3232216"/>
            <a:ext cx="469318" cy="469318"/>
          </a:xfrm>
          <a:prstGeom prst="rect">
            <a:avLst/>
          </a:prstGeom>
        </p:spPr>
      </p:pic>
      <p:sp>
        <p:nvSpPr>
          <p:cNvPr id="96" name="Textfeld 95">
            <a:extLst>
              <a:ext uri="{FF2B5EF4-FFF2-40B4-BE49-F238E27FC236}">
                <a16:creationId xmlns:a16="http://schemas.microsoft.com/office/drawing/2014/main" id="{0B473FF2-9B39-452A-B863-36E86FAC1F38}"/>
              </a:ext>
            </a:extLst>
          </p:cNvPr>
          <p:cNvSpPr txBox="1"/>
          <p:nvPr/>
        </p:nvSpPr>
        <p:spPr>
          <a:xfrm>
            <a:off x="4733349" y="1185621"/>
            <a:ext cx="2741374" cy="2684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de-DE"/>
            </a:defPPr>
            <a:lvl1pPr algn="ctr">
              <a:defRPr sz="1600" b="1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Calibration</a:t>
            </a:r>
            <a:endParaRPr kumimoji="0" lang="de-DE" sz="1600" b="1" i="0" u="none" strike="noStrike" kern="1200" cap="none" spc="0" normalizeH="0" baseline="0" noProof="0" dirty="0">
              <a:ln>
                <a:noFill/>
              </a:ln>
              <a:solidFill>
                <a:srgbClr val="1642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7" name="Picture 6" descr="AUTOSAR embedded toolchain updated">
            <a:extLst>
              <a:ext uri="{FF2B5EF4-FFF2-40B4-BE49-F238E27FC236}">
                <a16:creationId xmlns:a16="http://schemas.microsoft.com/office/drawing/2014/main" id="{25F24340-BD6C-4245-8647-F75A9C434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335" y="3914521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Rechteck 98">
            <a:extLst>
              <a:ext uri="{FF2B5EF4-FFF2-40B4-BE49-F238E27FC236}">
                <a16:creationId xmlns:a16="http://schemas.microsoft.com/office/drawing/2014/main" id="{4122E72E-8B45-4C80-B92F-6AE48739378B}"/>
              </a:ext>
            </a:extLst>
          </p:cNvPr>
          <p:cNvSpPr/>
          <p:nvPr/>
        </p:nvSpPr>
        <p:spPr>
          <a:xfrm>
            <a:off x="3939828" y="1918461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.a2l</a:t>
            </a:r>
          </a:p>
        </p:txBody>
      </p:sp>
    </p:spTree>
    <p:extLst>
      <p:ext uri="{BB962C8B-B14F-4D97-AF65-F5344CB8AC3E}">
        <p14:creationId xmlns:p14="http://schemas.microsoft.com/office/powerpoint/2010/main" val="337940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EHB-NAV: Features related to AUTOSAR (Classic) support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ETAS EHANDBOOK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CC672755-391F-4F3C-A687-25ABAE28E824}"/>
              </a:ext>
            </a:extLst>
          </p:cNvPr>
          <p:cNvSpPr txBox="1"/>
          <p:nvPr/>
        </p:nvSpPr>
        <p:spPr>
          <a:xfrm>
            <a:off x="6885085" y="1893388"/>
            <a:ext cx="338328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Benefits: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Quickly find </a:t>
            </a:r>
            <a:r>
              <a:rPr lang="de-DE" sz="1400" dirty="0" err="1"/>
              <a:t>information</a:t>
            </a:r>
            <a:r>
              <a:rPr lang="de-DE" sz="1400" dirty="0"/>
              <a:t> </a:t>
            </a:r>
            <a:r>
              <a:rPr lang="de-DE" sz="1400" dirty="0" err="1"/>
              <a:t>about</a:t>
            </a:r>
            <a:r>
              <a:rPr lang="de-DE" sz="1400" dirty="0"/>
              <a:t> SWCs (e.g., </a:t>
            </a:r>
            <a:r>
              <a:rPr lang="de-DE" sz="1400" dirty="0" err="1"/>
              <a:t>ports</a:t>
            </a:r>
            <a:r>
              <a:rPr lang="de-DE" sz="1400" dirty="0"/>
              <a:t>, interface </a:t>
            </a:r>
            <a:r>
              <a:rPr lang="de-DE" sz="1400" dirty="0" err="1"/>
              <a:t>elements</a:t>
            </a:r>
            <a:r>
              <a:rPr lang="de-DE" sz="1400" dirty="0"/>
              <a:t>) and A2L </a:t>
            </a:r>
            <a:r>
              <a:rPr lang="de-DE" sz="1400" dirty="0" err="1"/>
              <a:t>labels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Understand</a:t>
            </a:r>
            <a:r>
              <a:rPr lang="de-DE" sz="1400" dirty="0"/>
              <a:t> </a:t>
            </a:r>
            <a:r>
              <a:rPr lang="de-DE" sz="1400" dirty="0" err="1"/>
              <a:t>dependencies</a:t>
            </a:r>
            <a:r>
              <a:rPr lang="de-DE" sz="1400" dirty="0"/>
              <a:t> </a:t>
            </a:r>
            <a:r>
              <a:rPr lang="de-DE" sz="1400" dirty="0" err="1"/>
              <a:t>between</a:t>
            </a:r>
            <a:r>
              <a:rPr lang="de-DE" sz="1400" dirty="0"/>
              <a:t> SWCs </a:t>
            </a:r>
            <a:r>
              <a:rPr lang="de-DE" sz="1400" dirty="0" err="1"/>
              <a:t>though</a:t>
            </a:r>
            <a:r>
              <a:rPr lang="de-DE" sz="1400" dirty="0"/>
              <a:t> </a:t>
            </a:r>
            <a:r>
              <a:rPr lang="de-DE" sz="1400" dirty="0" err="1"/>
              <a:t>overview</a:t>
            </a:r>
            <a:r>
              <a:rPr lang="de-DE" sz="1400" dirty="0"/>
              <a:t> </a:t>
            </a:r>
            <a:r>
              <a:rPr lang="de-DE" sz="1400" dirty="0" err="1"/>
              <a:t>diagrams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Create INCA </a:t>
            </a:r>
            <a:r>
              <a:rPr lang="de-DE" sz="1400" dirty="0" err="1"/>
              <a:t>experiments</a:t>
            </a:r>
            <a:r>
              <a:rPr lang="de-DE" sz="1400" dirty="0"/>
              <a:t> </a:t>
            </a:r>
            <a:r>
              <a:rPr lang="de-DE" sz="1400" dirty="0" err="1"/>
              <a:t>with</a:t>
            </a:r>
            <a:r>
              <a:rPr lang="de-DE" sz="1400" dirty="0"/>
              <a:t> </a:t>
            </a:r>
            <a:r>
              <a:rPr lang="de-DE" sz="1400" dirty="0" err="1"/>
              <a:t>few</a:t>
            </a:r>
            <a:r>
              <a:rPr lang="de-DE" sz="1400" dirty="0"/>
              <a:t> </a:t>
            </a:r>
            <a:r>
              <a:rPr lang="de-DE" sz="1400" dirty="0" err="1"/>
              <a:t>clicks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„See“ live </a:t>
            </a:r>
            <a:r>
              <a:rPr lang="de-DE" sz="1400" dirty="0" err="1"/>
              <a:t>running</a:t>
            </a:r>
            <a:r>
              <a:rPr lang="de-DE" sz="1400" dirty="0"/>
              <a:t> </a:t>
            </a:r>
            <a:r>
              <a:rPr lang="de-DE" sz="1400" dirty="0" err="1"/>
              <a:t>values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 INCA in AUTOSAR </a:t>
            </a:r>
            <a:r>
              <a:rPr lang="de-DE" sz="1400" dirty="0" err="1"/>
              <a:t>architecture</a:t>
            </a:r>
            <a:r>
              <a:rPr lang="de-DE" sz="1400" dirty="0"/>
              <a:t> </a:t>
            </a:r>
            <a:r>
              <a:rPr lang="de-DE" sz="1400" dirty="0" err="1"/>
              <a:t>visualization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Utilize</a:t>
            </a:r>
            <a:r>
              <a:rPr lang="de-DE" sz="1400" dirty="0"/>
              <a:t> EHB + MDA 8 </a:t>
            </a:r>
            <a:r>
              <a:rPr lang="de-DE" sz="1400" dirty="0" err="1"/>
              <a:t>finding</a:t>
            </a:r>
            <a:r>
              <a:rPr lang="de-DE" sz="1400" dirty="0"/>
              <a:t> </a:t>
            </a:r>
            <a:r>
              <a:rPr lang="de-DE" sz="1400" dirty="0" err="1"/>
              <a:t>calibration</a:t>
            </a:r>
            <a:r>
              <a:rPr lang="de-DE" sz="1400" dirty="0"/>
              <a:t> </a:t>
            </a:r>
            <a:r>
              <a:rPr lang="de-DE" sz="1400" dirty="0" err="1"/>
              <a:t>issues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F3F618-7CB3-41CE-8DB2-AC2B8184C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68" y="1710091"/>
            <a:ext cx="6085781" cy="329184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37656CC1-AD7C-424C-AA9C-14C8BC5978D8}"/>
              </a:ext>
            </a:extLst>
          </p:cNvPr>
          <p:cNvSpPr/>
          <p:nvPr/>
        </p:nvSpPr>
        <p:spPr>
          <a:xfrm>
            <a:off x="9644729" y="162468"/>
            <a:ext cx="1087876" cy="749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dirty="0">
                <a:solidFill>
                  <a:srgbClr val="FFFFFF"/>
                </a:solidFill>
                <a:latin typeface="Arial"/>
              </a:rPr>
              <a:t>EHB-NAV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621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DABB2C35-53AB-445C-9F5C-2F19634700EC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15CF8C-CB85-4A86-A38C-E62385538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295" y="1299168"/>
            <a:ext cx="3706517" cy="974626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87367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LANGUAGE" val="enu"/>
  <p:tag name="SAXMLCOMPANYNAME" val="etas"/>
  <p:tag name="SAXMLTEMPLATE" val="presentation_169"/>
  <p:tag name="MLTEMPLATEVERSION" val="1.0"/>
</p:tagLst>
</file>

<file path=ppt/theme/theme1.xml><?xml version="1.0" encoding="utf-8"?>
<a:theme xmlns:a="http://schemas.openxmlformats.org/drawingml/2006/main" name="ETAS">
  <a:themeElements>
    <a:clrScheme name="ETAS 2020">
      <a:dk1>
        <a:srgbClr val="000000"/>
      </a:dk1>
      <a:lt1>
        <a:srgbClr val="FFFFFF"/>
      </a:lt1>
      <a:dk2>
        <a:srgbClr val="164293"/>
      </a:dk2>
      <a:lt2>
        <a:srgbClr val="70CBF3"/>
      </a:lt2>
      <a:accent1>
        <a:srgbClr val="164293"/>
      </a:accent1>
      <a:accent2>
        <a:srgbClr val="70CBF3"/>
      </a:accent2>
      <a:accent3>
        <a:srgbClr val="5A646E"/>
      </a:accent3>
      <a:accent4>
        <a:srgbClr val="E5004A"/>
      </a:accent4>
      <a:accent5>
        <a:srgbClr val="C6EAFA"/>
      </a:accent5>
      <a:accent6>
        <a:srgbClr val="BDC1C5"/>
      </a:accent6>
      <a:hlink>
        <a:srgbClr val="164293"/>
      </a:hlink>
      <a:folHlink>
        <a:srgbClr val="70CBF3"/>
      </a:folHlink>
    </a:clrScheme>
    <a:fontScheme name="ETAS_202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AS Hellbau 100%">
      <a:srgbClr val="70CBF3"/>
    </a:custClr>
    <a:custClr name="ETAS Hellblau 80%">
      <a:srgbClr val="8DD5F5"/>
    </a:custClr>
    <a:custClr name="ETAS Hellblau 60%">
      <a:srgbClr val="A9E0F8"/>
    </a:custClr>
    <a:custClr name="ETAS Hellbau 40%">
      <a:srgbClr val="C6EAFA"/>
    </a:custClr>
    <a:custClr name="ETAS Hellbau 20%">
      <a:srgbClr val="E2F5FD"/>
    </a:custClr>
    <a:custClr name="ETAS Grau 100%">
      <a:srgbClr val="5A646E"/>
    </a:custClr>
    <a:custClr name="ETAS Grau 80%">
      <a:srgbClr val="7B838B"/>
    </a:custClr>
    <a:custClr name="ETAS Grau 60%">
      <a:srgbClr val="9CA2A8"/>
    </a:custClr>
    <a:custClr name="ETAS Grau 40%">
      <a:srgbClr val="BDC1C5"/>
    </a:custClr>
    <a:custClr name="ETAS Grau 20%">
      <a:srgbClr val="DEE0E2"/>
    </a:custClr>
    <a:custClr name="Grün">
      <a:srgbClr val="039D7C"/>
    </a:custClr>
    <a:custClr name="Gelb">
      <a:srgbClr val="FCCD22"/>
    </a:custClr>
  </a:custClrLst>
  <a:extLst>
    <a:ext uri="{05A4C25C-085E-4340-85A3-A5531E510DB2}">
      <thm15:themeFamily xmlns:thm15="http://schemas.microsoft.com/office/thememl/2012/main" name="template1.potx" id="{3EDD14D9-0056-45B4-850B-5F356A08BD63}" vid="{81CCF5CE-942D-4C2D-A920-7981193824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70CBF3"/>
    <Color val="8DD5F5"/>
    <Color val="A9E0F8"/>
    <Color val="C6EAFA"/>
    <Color val="E2F5FD"/>
  </Line>
  <Line size="7">
    <Color val="5A646E"/>
    <Color val="7B838B"/>
    <Color val="9CA2A8"/>
    <Color val="BDC1C5"/>
    <Color val="DEE0E2"/>
  </Line>
  <Line size="7">
    <Color val="039D7C"/>
    <Color val="FCCD22"/>
  </Line>
</sax_Colors>
</file>

<file path=customXml/item2.xml><?xml version="1.0" encoding="utf-8"?>
<saxML>
  <saxMLTemplate>presentation_169</saxMLTemplate>
  <Variablen>
    <Variable>
      <Name>conf_etas_internal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Footnote1</Sektion>
      <Reihenfolge/>
    </Variable>
    <Variable>
      <Name>departmentshort</Name>
      <OrgInhalt>ETAS-DEV/XPC-Fe1</OrgInhalt>
      <Wert>ETAS-DEV/XPC-Fe1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conf_etas_internal</VariableVor>
        <Zwischen> | </Zwischen>
        <VariableNach>departmentshort</VariableNach>
      </Trenner>
      <InDokument>True</InDokument>
      <Sektion>Footnote1</Sektion>
      <Reihenfolge/>
    </Variable>
    <Variable>
      <Name>dateformat</Name>
      <OrgInhalt>28.06.2022</OrgInhalt>
      <Wert>28.06.2022</Wert>
      <Platzhalter>False</Platzhalter>
      <DocDatenDialog>True</DocDatenDialog>
      <Label>Date</Label>
      <FrageVar>False</FrageVar>
      <Prefix/>
      <Suffix/>
      <WegfallVar/>
      <MussFeld>False</MussFeld>
      <Trenner>
        <VariableVor>conf_etas_internal</VariableVor>
        <VariableVor>departmentshort</VariableVor>
        <Zwischen> | </Zwischen>
        <VariableNach>dateformat</VariableNach>
      </Trenner>
      <InDokument>True</InDokument>
      <Sektion>Footnote1</Sektion>
      <Reihenfolge/>
    </Variable>
    <Variable>
      <Name>copyright_etas</Name>
      <OrgInhalt>© 2022 ETAS GmbH. All rights reserved, also regarding any disposal, exploitation, reproduction, editing, distribution, as well as in the event of applications for industrial property rights.</OrgInhalt>
      <Wert>© 2022 ETAS GmbH. All rights reserved, also regarding any disposal, exploitation, reproduction, editing, distribution, as well as in the event of applications for industrial property rights.</Wert>
      <Platzhalter>False</Platzhalter>
      <DocDatenDialog>False</DocDatenDialog>
      <Label>Copyright</Label>
      <FrageVar>False</FrageVar>
      <Prefix/>
      <Suffix/>
      <WegfallVar/>
      <MussFeld>False</MussFeld>
      <InDokument>True</InDokument>
      <Sektion>Footnote2</Sektion>
      <Reihenfolge/>
    </Variable>
  </Variablen>
</saxML>
</file>

<file path=customXml/itemProps1.xml><?xml version="1.0" encoding="utf-8"?>
<ds:datastoreItem xmlns:ds="http://schemas.openxmlformats.org/officeDocument/2006/customXml" ds:itemID="{89200DEA-2B27-4FE5-A4C2-CAE1DE305527}">
  <ds:schemaRefs/>
</ds:datastoreItem>
</file>

<file path=customXml/itemProps2.xml><?xml version="1.0" encoding="utf-8"?>
<ds:datastoreItem xmlns:ds="http://schemas.openxmlformats.org/officeDocument/2006/customXml" ds:itemID="{1EB95CFA-6F28-41F0-8F1F-2F0D4250A25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359</Words>
  <Application>Microsoft Office PowerPoint</Application>
  <PresentationFormat>Benutzerdefiniert</PresentationFormat>
  <Paragraphs>104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ETAS</vt:lpstr>
      <vt:lpstr>ETAS EHANDBOOK 10.1</vt:lpstr>
      <vt:lpstr>EHB-CB: New approach for generating EHB Containers from .arxml files only</vt:lpstr>
      <vt:lpstr>EHB-CB: New approach for generating EHB Containers from .arxml files only</vt:lpstr>
      <vt:lpstr>EHB-NAV: Features related to AUTOSAR (Classic) support</vt:lpstr>
      <vt:lpstr>EHB-NAV: Features related to AUTOSAR (Classic) support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ETAS EHANDBOOK</dc:title>
  <dc:creator>Frey Patrick (ETAS-DEV/XPC-Fe1)</dc:creator>
  <cp:lastModifiedBy>Frey Patrick (ETAS-DEV/XPC-Fe1)</cp:lastModifiedBy>
  <cp:revision>23</cp:revision>
  <dcterms:created xsi:type="dcterms:W3CDTF">2022-06-28T14:38:25Z</dcterms:created>
  <dcterms:modified xsi:type="dcterms:W3CDTF">2022-11-24T07:13:08Z</dcterms:modified>
</cp:coreProperties>
</file>