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3"/>
  </p:sldMasterIdLst>
  <p:notesMasterIdLst>
    <p:notesMasterId r:id="rId10"/>
  </p:notesMasterIdLst>
  <p:handoutMasterIdLst>
    <p:handoutMasterId r:id="rId11"/>
  </p:handoutMasterIdLst>
  <p:sldIdLst>
    <p:sldId id="256" r:id="rId4"/>
    <p:sldId id="467" r:id="rId5"/>
    <p:sldId id="474" r:id="rId6"/>
    <p:sldId id="470" r:id="rId7"/>
    <p:sldId id="473" r:id="rId8"/>
    <p:sldId id="262" r:id="rId9"/>
  </p:sldIdLst>
  <p:sldSz cx="10969625" cy="6170613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193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8ECA3-7B96-4E30-BADD-B636FA57EA3A}" type="datetimeFigureOut">
              <a:rPr lang="en-US" sz="1000" smtClean="0"/>
              <a:t>12/13/2025</a:t>
            </a:fld>
            <a:endParaRPr lang="en-US" sz="10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A9017-B0A1-4E7D-9567-EB5C242F50F6}" type="slidenum">
              <a:rPr lang="en-US" sz="1000" smtClean="0"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03213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118F9B-3407-4BFA-A85B-B4A674746F0E}" type="datetimeFigureOut">
              <a:rPr lang="de-DE" smtClean="0"/>
              <a:t>13.12.2025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1571E-2746-427A-9453-2A5312736AD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019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 ">
    <p:bg>
      <p:bgPr>
        <a:gradFill>
          <a:gsLst>
            <a:gs pos="100000">
              <a:schemeClr val="accent2"/>
            </a:gs>
            <a:gs pos="0">
              <a:schemeClr val="tx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TAS Logo Bgr">
            <a:extLst>
              <a:ext uri="{FF2B5EF4-FFF2-40B4-BE49-F238E27FC236}">
                <a16:creationId xmlns:a16="http://schemas.microsoft.com/office/drawing/2014/main" id="{9EBB4152-52FC-8390-032A-500F0339F603}"/>
              </a:ext>
            </a:extLst>
          </p:cNvPr>
          <p:cNvSpPr>
            <a:spLocks noSelect="1"/>
          </p:cNvSpPr>
          <p:nvPr userDrawn="1"/>
        </p:nvSpPr>
        <p:spPr>
          <a:xfrm>
            <a:off x="9305925" y="273844"/>
            <a:ext cx="1663700" cy="562436"/>
          </a:xfrm>
          <a:custGeom>
            <a:avLst/>
            <a:gdLst>
              <a:gd name="connsiteX0" fmla="*/ 278607 w 1663700"/>
              <a:gd name="connsiteY0" fmla="*/ 0 h 562436"/>
              <a:gd name="connsiteX1" fmla="*/ 281186 w 1663700"/>
              <a:gd name="connsiteY1" fmla="*/ 262 h 562436"/>
              <a:gd name="connsiteX2" fmla="*/ 1663700 w 1663700"/>
              <a:gd name="connsiteY2" fmla="*/ 262 h 562436"/>
              <a:gd name="connsiteX3" fmla="*/ 1663700 w 1663700"/>
              <a:gd name="connsiteY3" fmla="*/ 562436 h 562436"/>
              <a:gd name="connsiteX4" fmla="*/ 278607 w 1663700"/>
              <a:gd name="connsiteY4" fmla="*/ 562436 h 562436"/>
              <a:gd name="connsiteX5" fmla="*/ 0 w 1663700"/>
              <a:gd name="connsiteY5" fmla="*/ 281218 h 562436"/>
              <a:gd name="connsiteX6" fmla="*/ 278607 w 1663700"/>
              <a:gd name="connsiteY6" fmla="*/ 0 h 562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3700" h="562436">
                <a:moveTo>
                  <a:pt x="278607" y="0"/>
                </a:moveTo>
                <a:lnTo>
                  <a:pt x="281186" y="262"/>
                </a:lnTo>
                <a:lnTo>
                  <a:pt x="1663700" y="262"/>
                </a:lnTo>
                <a:lnTo>
                  <a:pt x="1663700" y="562436"/>
                </a:lnTo>
                <a:lnTo>
                  <a:pt x="278607" y="562436"/>
                </a:lnTo>
                <a:cubicBezTo>
                  <a:pt x="124737" y="562436"/>
                  <a:pt x="0" y="436531"/>
                  <a:pt x="0" y="281218"/>
                </a:cubicBezTo>
                <a:cubicBezTo>
                  <a:pt x="0" y="125905"/>
                  <a:pt x="124737" y="0"/>
                  <a:pt x="2786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ETAS logo">
            <a:extLst>
              <a:ext uri="{FF2B5EF4-FFF2-40B4-BE49-F238E27FC236}">
                <a16:creationId xmlns:a16="http://schemas.microsoft.com/office/drawing/2014/main" id="{75669A1B-5F57-AA4E-00F4-2CB08CCE4BCE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3200" y="414000"/>
            <a:ext cx="1116000" cy="279000"/>
          </a:xfrm>
          <a:prstGeom prst="rect">
            <a:avLst/>
          </a:prstGeom>
        </p:spPr>
      </p:pic>
      <p:sp>
        <p:nvSpPr>
          <p:cNvPr id="23" name="Title">
            <a:extLst>
              <a:ext uri="{FF2B5EF4-FFF2-40B4-BE49-F238E27FC236}">
                <a16:creationId xmlns:a16="http://schemas.microsoft.com/office/drawing/2014/main" id="{265B0DED-4496-4455-A22A-1B79C89603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7599" y="2628000"/>
            <a:ext cx="10454214" cy="487313"/>
          </a:xfrm>
          <a:prstGeom prst="rect">
            <a:avLst/>
          </a:prstGeom>
          <a:noFill/>
        </p:spPr>
        <p:txBody>
          <a:bodyPr wrap="square" tIns="0" rIns="0" bIns="0" anchor="b" anchorCtr="0">
            <a:spAutoFit/>
          </a:bodyPr>
          <a:lstStyle>
            <a:lvl1pPr marL="0" indent="0">
              <a:lnSpc>
                <a:spcPts val="3840"/>
              </a:lnSpc>
              <a:buFontTx/>
              <a:buNone/>
              <a:defRPr sz="36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buNone/>
              <a:defRPr sz="3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1"/>
              <a:t>Presentation title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5796DE-8507-6391-E146-5DF77EC6E394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37598" y="3178799"/>
            <a:ext cx="10454215" cy="3747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1"/>
              <a:t>Subtitle (optional)</a:t>
            </a:r>
          </a:p>
        </p:txBody>
      </p:sp>
    </p:spTree>
    <p:extLst>
      <p:ext uri="{BB962C8B-B14F-4D97-AF65-F5344CB8AC3E}">
        <p14:creationId xmlns:p14="http://schemas.microsoft.com/office/powerpoint/2010/main" val="3331889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35" userDrawn="1">
          <p15:clr>
            <a:srgbClr val="FBAE40"/>
          </p15:clr>
        </p15:guide>
        <p15:guide id="4" orient="horz" pos="1652" userDrawn="1">
          <p15:clr>
            <a:srgbClr val="FBAE40"/>
          </p15:clr>
        </p15:guide>
        <p15:guide id="6" pos="148" userDrawn="1">
          <p15:clr>
            <a:srgbClr val="FBAE40"/>
          </p15:clr>
        </p15:guide>
        <p15:guide id="7" orient="horz" pos="224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landscape imag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TAS logo">
            <a:extLst>
              <a:ext uri="{FF2B5EF4-FFF2-40B4-BE49-F238E27FC236}">
                <a16:creationId xmlns:a16="http://schemas.microsoft.com/office/drawing/2014/main" id="{33F0B184-C7AD-BBA5-5113-77F02F5F4E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3200" y="414000"/>
            <a:ext cx="1116000" cy="279000"/>
          </a:xfrm>
          <a:prstGeom prst="rect">
            <a:avLst/>
          </a:prstGeom>
        </p:spPr>
      </p:pic>
      <p:sp>
        <p:nvSpPr>
          <p:cNvPr id="7" name="Image">
            <a:extLst>
              <a:ext uri="{FF2B5EF4-FFF2-40B4-BE49-F238E27FC236}">
                <a16:creationId xmlns:a16="http://schemas.microsoft.com/office/drawing/2014/main" id="{F9D26032-1F0C-607C-3030-731F714326E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0969625" cy="6170613"/>
          </a:xfrm>
          <a:custGeom>
            <a:avLst/>
            <a:gdLst>
              <a:gd name="connsiteX0" fmla="*/ 0 w 10969625"/>
              <a:gd name="connsiteY0" fmla="*/ 0 h 6170613"/>
              <a:gd name="connsiteX1" fmla="*/ 10969625 w 10969625"/>
              <a:gd name="connsiteY1" fmla="*/ 0 h 6170613"/>
              <a:gd name="connsiteX2" fmla="*/ 10969625 w 10969625"/>
              <a:gd name="connsiteY2" fmla="*/ 274106 h 6170613"/>
              <a:gd name="connsiteX3" fmla="*/ 9587112 w 10969625"/>
              <a:gd name="connsiteY3" fmla="*/ 274106 h 6170613"/>
              <a:gd name="connsiteX4" fmla="*/ 9584533 w 10969625"/>
              <a:gd name="connsiteY4" fmla="*/ 273844 h 6170613"/>
              <a:gd name="connsiteX5" fmla="*/ 9305926 w 10969625"/>
              <a:gd name="connsiteY5" fmla="*/ 555062 h 6170613"/>
              <a:gd name="connsiteX6" fmla="*/ 9584533 w 10969625"/>
              <a:gd name="connsiteY6" fmla="*/ 836280 h 6170613"/>
              <a:gd name="connsiteX7" fmla="*/ 10969625 w 10969625"/>
              <a:gd name="connsiteY7" fmla="*/ 836280 h 6170613"/>
              <a:gd name="connsiteX8" fmla="*/ 10969625 w 10969625"/>
              <a:gd name="connsiteY8" fmla="*/ 6170613 h 6170613"/>
              <a:gd name="connsiteX9" fmla="*/ 0 w 10969625"/>
              <a:gd name="connsiteY9" fmla="*/ 6170613 h 617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69625" h="6170613">
                <a:moveTo>
                  <a:pt x="0" y="0"/>
                </a:moveTo>
                <a:lnTo>
                  <a:pt x="10969625" y="0"/>
                </a:lnTo>
                <a:lnTo>
                  <a:pt x="10969625" y="274106"/>
                </a:lnTo>
                <a:lnTo>
                  <a:pt x="9587112" y="274106"/>
                </a:lnTo>
                <a:lnTo>
                  <a:pt x="9584533" y="273844"/>
                </a:lnTo>
                <a:cubicBezTo>
                  <a:pt x="9430663" y="273844"/>
                  <a:pt x="9305926" y="399749"/>
                  <a:pt x="9305926" y="555062"/>
                </a:cubicBezTo>
                <a:cubicBezTo>
                  <a:pt x="9305926" y="710375"/>
                  <a:pt x="9430663" y="836280"/>
                  <a:pt x="9584533" y="836280"/>
                </a:cubicBezTo>
                <a:lnTo>
                  <a:pt x="10969625" y="836280"/>
                </a:lnTo>
                <a:lnTo>
                  <a:pt x="10969625" y="6170613"/>
                </a:lnTo>
                <a:lnTo>
                  <a:pt x="0" y="6170613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324000" r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en-US"/>
              <a:t>Please insert picture – you can find pictures and graphics in the media database of the ETAS brand portal</a:t>
            </a:r>
          </a:p>
          <a:p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45DA05-1BA1-E299-A454-0381557741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3517354"/>
            <a:ext cx="7584674" cy="2088108"/>
          </a:xfrm>
          <a:custGeom>
            <a:avLst/>
            <a:gdLst>
              <a:gd name="connsiteX0" fmla="*/ 0 w 6276901"/>
              <a:gd name="connsiteY0" fmla="*/ 0 h 1728070"/>
              <a:gd name="connsiteX1" fmla="*/ 5412866 w 6276901"/>
              <a:gd name="connsiteY1" fmla="*/ 0 h 1728070"/>
              <a:gd name="connsiteX2" fmla="*/ 6276901 w 6276901"/>
              <a:gd name="connsiteY2" fmla="*/ 864035 h 1728070"/>
              <a:gd name="connsiteX3" fmla="*/ 6276900 w 6276901"/>
              <a:gd name="connsiteY3" fmla="*/ 864035 h 1728070"/>
              <a:gd name="connsiteX4" fmla="*/ 5412865 w 6276901"/>
              <a:gd name="connsiteY4" fmla="*/ 1728070 h 1728070"/>
              <a:gd name="connsiteX5" fmla="*/ 0 w 6276901"/>
              <a:gd name="connsiteY5" fmla="*/ 1728069 h 1728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6901" h="1728070">
                <a:moveTo>
                  <a:pt x="0" y="0"/>
                </a:moveTo>
                <a:lnTo>
                  <a:pt x="5412866" y="0"/>
                </a:lnTo>
                <a:cubicBezTo>
                  <a:pt x="5890059" y="0"/>
                  <a:pt x="6276901" y="386842"/>
                  <a:pt x="6276901" y="864035"/>
                </a:cubicBezTo>
                <a:lnTo>
                  <a:pt x="6276900" y="864035"/>
                </a:lnTo>
                <a:cubicBezTo>
                  <a:pt x="6276900" y="1341228"/>
                  <a:pt x="5890058" y="1728070"/>
                  <a:pt x="5412865" y="1728070"/>
                </a:cubicBezTo>
                <a:lnTo>
                  <a:pt x="0" y="1728069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237600" tIns="0" rIns="262800" bIns="0" anchor="ctr" anchorCtr="0"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1"/>
              <a:t>Presentation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540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051">
          <p15:clr>
            <a:srgbClr val="FBAE40"/>
          </p15:clr>
        </p15:guide>
        <p15:guide id="4" pos="6734" userDrawn="1">
          <p15:clr>
            <a:srgbClr val="FBAE40"/>
          </p15:clr>
        </p15:guide>
        <p15:guide id="9" orient="horz" pos="2355">
          <p15:clr>
            <a:srgbClr val="FBAE40"/>
          </p15:clr>
        </p15:guide>
        <p15:guide id="10" pos="14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imag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TAS logo">
            <a:extLst>
              <a:ext uri="{FF2B5EF4-FFF2-40B4-BE49-F238E27FC236}">
                <a16:creationId xmlns:a16="http://schemas.microsoft.com/office/drawing/2014/main" id="{A561492B-A912-5369-D65C-51DF803F43F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3200" y="414000"/>
            <a:ext cx="1116000" cy="279000"/>
          </a:xfrm>
          <a:prstGeom prst="rect">
            <a:avLst/>
          </a:prstGeom>
        </p:spPr>
      </p:pic>
      <p:sp>
        <p:nvSpPr>
          <p:cNvPr id="7" name="Image">
            <a:extLst>
              <a:ext uri="{FF2B5EF4-FFF2-40B4-BE49-F238E27FC236}">
                <a16:creationId xmlns:a16="http://schemas.microsoft.com/office/drawing/2014/main" id="{3A281DC1-21D5-F9B5-BF53-530440A5DBD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118400" y="0"/>
            <a:ext cx="6854400" cy="6170400"/>
          </a:xfrm>
          <a:custGeom>
            <a:avLst/>
            <a:gdLst>
              <a:gd name="connsiteX0" fmla="*/ 5466132 w 6854400"/>
              <a:gd name="connsiteY0" fmla="*/ 273844 h 6170400"/>
              <a:gd name="connsiteX1" fmla="*/ 5187525 w 6854400"/>
              <a:gd name="connsiteY1" fmla="*/ 555062 h 6170400"/>
              <a:gd name="connsiteX2" fmla="*/ 5466132 w 6854400"/>
              <a:gd name="connsiteY2" fmla="*/ 836280 h 6170400"/>
              <a:gd name="connsiteX3" fmla="*/ 6851225 w 6854400"/>
              <a:gd name="connsiteY3" fmla="*/ 836280 h 6170400"/>
              <a:gd name="connsiteX4" fmla="*/ 6851225 w 6854400"/>
              <a:gd name="connsiteY4" fmla="*/ 274106 h 6170400"/>
              <a:gd name="connsiteX5" fmla="*/ 5468711 w 6854400"/>
              <a:gd name="connsiteY5" fmla="*/ 274106 h 6170400"/>
              <a:gd name="connsiteX6" fmla="*/ 0 w 6854400"/>
              <a:gd name="connsiteY6" fmla="*/ 0 h 6170400"/>
              <a:gd name="connsiteX7" fmla="*/ 6854400 w 6854400"/>
              <a:gd name="connsiteY7" fmla="*/ 0 h 6170400"/>
              <a:gd name="connsiteX8" fmla="*/ 6854400 w 6854400"/>
              <a:gd name="connsiteY8" fmla="*/ 6170400 h 6170400"/>
              <a:gd name="connsiteX9" fmla="*/ 0 w 6854400"/>
              <a:gd name="connsiteY9" fmla="*/ 6170400 h 617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54400" h="6170400">
                <a:moveTo>
                  <a:pt x="5466132" y="273844"/>
                </a:moveTo>
                <a:cubicBezTo>
                  <a:pt x="5312262" y="273844"/>
                  <a:pt x="5187525" y="399749"/>
                  <a:pt x="5187525" y="555062"/>
                </a:cubicBezTo>
                <a:cubicBezTo>
                  <a:pt x="5187525" y="710375"/>
                  <a:pt x="5312262" y="836280"/>
                  <a:pt x="5466132" y="836280"/>
                </a:cubicBezTo>
                <a:lnTo>
                  <a:pt x="6851225" y="836280"/>
                </a:lnTo>
                <a:lnTo>
                  <a:pt x="6851225" y="274106"/>
                </a:lnTo>
                <a:lnTo>
                  <a:pt x="5468711" y="274106"/>
                </a:lnTo>
                <a:close/>
                <a:moveTo>
                  <a:pt x="0" y="0"/>
                </a:moveTo>
                <a:lnTo>
                  <a:pt x="6854400" y="0"/>
                </a:lnTo>
                <a:lnTo>
                  <a:pt x="6854400" y="6170400"/>
                </a:lnTo>
                <a:lnTo>
                  <a:pt x="0" y="6170400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1404000" tIns="36000" rIns="2160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pPr marL="0" marR="0" lvl="0" indent="0" algn="l" defTabSz="62547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lang="en-US"/>
              <a:t>Please insert picture – you can find pictures and graphics in the media database of the ETAS brand portal</a:t>
            </a:r>
          </a:p>
          <a:p>
            <a:endParaRPr lang="de-DE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30BF00C-4241-AD69-7BE6-CA1174E104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1"/>
            <a:ext cx="7199999" cy="6170614"/>
          </a:xfrm>
          <a:custGeom>
            <a:avLst/>
            <a:gdLst>
              <a:gd name="connsiteX0" fmla="*/ 1167 w 7199999"/>
              <a:gd name="connsiteY0" fmla="*/ 0 h 6170614"/>
              <a:gd name="connsiteX1" fmla="*/ 4114692 w 7199999"/>
              <a:gd name="connsiteY1" fmla="*/ 0 h 6170614"/>
              <a:gd name="connsiteX2" fmla="*/ 7199999 w 7199999"/>
              <a:gd name="connsiteY2" fmla="*/ 3085307 h 6170614"/>
              <a:gd name="connsiteX3" fmla="*/ 7199998 w 7199999"/>
              <a:gd name="connsiteY3" fmla="*/ 3085307 h 6170614"/>
              <a:gd name="connsiteX4" fmla="*/ 4114691 w 7199999"/>
              <a:gd name="connsiteY4" fmla="*/ 6170614 h 6170614"/>
              <a:gd name="connsiteX5" fmla="*/ 1167 w 7199999"/>
              <a:gd name="connsiteY5" fmla="*/ 6170613 h 6170614"/>
              <a:gd name="connsiteX6" fmla="*/ 0 w 7199999"/>
              <a:gd name="connsiteY6" fmla="*/ 6170584 h 6170614"/>
              <a:gd name="connsiteX7" fmla="*/ 0 w 7199999"/>
              <a:gd name="connsiteY7" fmla="*/ 30 h 6170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99999" h="6170614">
                <a:moveTo>
                  <a:pt x="1167" y="0"/>
                </a:moveTo>
                <a:lnTo>
                  <a:pt x="4114692" y="0"/>
                </a:lnTo>
                <a:cubicBezTo>
                  <a:pt x="5818660" y="0"/>
                  <a:pt x="7199999" y="1381339"/>
                  <a:pt x="7199999" y="3085307"/>
                </a:cubicBezTo>
                <a:lnTo>
                  <a:pt x="7199998" y="3085307"/>
                </a:lnTo>
                <a:cubicBezTo>
                  <a:pt x="7199998" y="4789275"/>
                  <a:pt x="5818659" y="6170614"/>
                  <a:pt x="4114691" y="6170614"/>
                </a:cubicBezTo>
                <a:lnTo>
                  <a:pt x="1167" y="6170613"/>
                </a:lnTo>
                <a:lnTo>
                  <a:pt x="0" y="6170584"/>
                </a:lnTo>
                <a:lnTo>
                  <a:pt x="0" y="3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237600" anchor="ctr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Presentation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6578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102" userDrawn="1">
          <p15:clr>
            <a:srgbClr val="FBAE40"/>
          </p15:clr>
        </p15:guide>
        <p15:guide id="4" pos="6734" userDrawn="1">
          <p15:clr>
            <a:srgbClr val="FBAE40"/>
          </p15:clr>
        </p15:guide>
        <p15:guide id="9" orient="horz" pos="1830" userDrawn="1">
          <p15:clr>
            <a:srgbClr val="FBAE40"/>
          </p15:clr>
        </p15:guide>
        <p15:guide id="10" pos="1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cutout image ">
    <p:bg>
      <p:bgPr>
        <a:gradFill>
          <a:gsLst>
            <a:gs pos="100000">
              <a:schemeClr val="accent2"/>
            </a:gs>
            <a:gs pos="0">
              <a:schemeClr val="tx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TAS Logo Bgr">
            <a:extLst>
              <a:ext uri="{FF2B5EF4-FFF2-40B4-BE49-F238E27FC236}">
                <a16:creationId xmlns:a16="http://schemas.microsoft.com/office/drawing/2014/main" id="{54671554-7A2B-01D1-AB75-77854BC39874}"/>
              </a:ext>
            </a:extLst>
          </p:cNvPr>
          <p:cNvSpPr>
            <a:spLocks noSelect="1"/>
          </p:cNvSpPr>
          <p:nvPr userDrawn="1"/>
        </p:nvSpPr>
        <p:spPr>
          <a:xfrm>
            <a:off x="9305925" y="273844"/>
            <a:ext cx="1663700" cy="562436"/>
          </a:xfrm>
          <a:custGeom>
            <a:avLst/>
            <a:gdLst>
              <a:gd name="connsiteX0" fmla="*/ 278607 w 1663700"/>
              <a:gd name="connsiteY0" fmla="*/ 0 h 562436"/>
              <a:gd name="connsiteX1" fmla="*/ 281186 w 1663700"/>
              <a:gd name="connsiteY1" fmla="*/ 262 h 562436"/>
              <a:gd name="connsiteX2" fmla="*/ 1663700 w 1663700"/>
              <a:gd name="connsiteY2" fmla="*/ 262 h 562436"/>
              <a:gd name="connsiteX3" fmla="*/ 1663700 w 1663700"/>
              <a:gd name="connsiteY3" fmla="*/ 562436 h 562436"/>
              <a:gd name="connsiteX4" fmla="*/ 278607 w 1663700"/>
              <a:gd name="connsiteY4" fmla="*/ 562436 h 562436"/>
              <a:gd name="connsiteX5" fmla="*/ 0 w 1663700"/>
              <a:gd name="connsiteY5" fmla="*/ 281218 h 562436"/>
              <a:gd name="connsiteX6" fmla="*/ 278607 w 1663700"/>
              <a:gd name="connsiteY6" fmla="*/ 0 h 562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3700" h="562436">
                <a:moveTo>
                  <a:pt x="278607" y="0"/>
                </a:moveTo>
                <a:lnTo>
                  <a:pt x="281186" y="262"/>
                </a:lnTo>
                <a:lnTo>
                  <a:pt x="1663700" y="262"/>
                </a:lnTo>
                <a:lnTo>
                  <a:pt x="1663700" y="562436"/>
                </a:lnTo>
                <a:lnTo>
                  <a:pt x="278607" y="562436"/>
                </a:lnTo>
                <a:cubicBezTo>
                  <a:pt x="124737" y="562436"/>
                  <a:pt x="0" y="436531"/>
                  <a:pt x="0" y="281218"/>
                </a:cubicBezTo>
                <a:cubicBezTo>
                  <a:pt x="0" y="125905"/>
                  <a:pt x="124737" y="0"/>
                  <a:pt x="2786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ETAS logo">
            <a:extLst>
              <a:ext uri="{FF2B5EF4-FFF2-40B4-BE49-F238E27FC236}">
                <a16:creationId xmlns:a16="http://schemas.microsoft.com/office/drawing/2014/main" id="{38ED3494-0910-9F04-9E33-8B685960FE59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3200" y="414000"/>
            <a:ext cx="1116000" cy="279000"/>
          </a:xfrm>
          <a:prstGeom prst="rect">
            <a:avLst/>
          </a:prstGeom>
        </p:spPr>
      </p:pic>
      <p:sp>
        <p:nvSpPr>
          <p:cNvPr id="19" name="Image">
            <a:extLst>
              <a:ext uri="{FF2B5EF4-FFF2-40B4-BE49-F238E27FC236}">
                <a16:creationId xmlns:a16="http://schemas.microsoft.com/office/drawing/2014/main" id="{C07FEA02-B8F9-5A31-C23A-05E5B9C647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" y="102"/>
            <a:ext cx="9025196" cy="5075899"/>
          </a:xfrm>
          <a:custGeom>
            <a:avLst/>
            <a:gdLst>
              <a:gd name="connsiteX0" fmla="*/ 0 w 9025196"/>
              <a:gd name="connsiteY0" fmla="*/ 0 h 5075899"/>
              <a:gd name="connsiteX1" fmla="*/ 6486860 w 9025196"/>
              <a:gd name="connsiteY1" fmla="*/ 0 h 5075899"/>
              <a:gd name="connsiteX2" fmla="*/ 9025196 w 9025196"/>
              <a:gd name="connsiteY2" fmla="*/ 2538336 h 5075899"/>
              <a:gd name="connsiteX3" fmla="*/ 6746234 w 9025196"/>
              <a:gd name="connsiteY3" fmla="*/ 5063557 h 5075899"/>
              <a:gd name="connsiteX4" fmla="*/ 6502146 w 9025196"/>
              <a:gd name="connsiteY4" fmla="*/ 5075899 h 5075899"/>
              <a:gd name="connsiteX5" fmla="*/ 0 w 9025196"/>
              <a:gd name="connsiteY5" fmla="*/ 5075899 h 50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25196" h="5075899">
                <a:moveTo>
                  <a:pt x="0" y="0"/>
                </a:moveTo>
                <a:lnTo>
                  <a:pt x="6486860" y="0"/>
                </a:lnTo>
                <a:cubicBezTo>
                  <a:pt x="7887796" y="0"/>
                  <a:pt x="9025196" y="1137400"/>
                  <a:pt x="9025196" y="2538336"/>
                </a:cubicBezTo>
                <a:cubicBezTo>
                  <a:pt x="9025196" y="3851713"/>
                  <a:pt x="8025528" y="4933468"/>
                  <a:pt x="6746234" y="5063557"/>
                </a:cubicBezTo>
                <a:lnTo>
                  <a:pt x="6502146" y="5075899"/>
                </a:lnTo>
                <a:lnTo>
                  <a:pt x="0" y="507589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72000" t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en-US"/>
              <a:t>Please insert picture – you can find pictures and graphics in the media database of the ETAS brand portal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12DDAA4F-DB4E-A373-0E66-7CB209E772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30000" y="4492800"/>
            <a:ext cx="7360224" cy="1396144"/>
          </a:xfrm>
          <a:custGeom>
            <a:avLst/>
            <a:gdLst>
              <a:gd name="connsiteX0" fmla="*/ 690117 w 7360224"/>
              <a:gd name="connsiteY0" fmla="*/ 0 h 1396144"/>
              <a:gd name="connsiteX1" fmla="*/ 6668331 w 7360224"/>
              <a:gd name="connsiteY1" fmla="*/ 0 h 1396144"/>
              <a:gd name="connsiteX2" fmla="*/ 6802576 w 7360224"/>
              <a:gd name="connsiteY2" fmla="*/ 13533 h 1396144"/>
              <a:gd name="connsiteX3" fmla="*/ 7360224 w 7360224"/>
              <a:gd name="connsiteY3" fmla="*/ 697744 h 1396144"/>
              <a:gd name="connsiteX4" fmla="*/ 6661824 w 7360224"/>
              <a:gd name="connsiteY4" fmla="*/ 1396144 h 1396144"/>
              <a:gd name="connsiteX5" fmla="*/ 696624 w 7360224"/>
              <a:gd name="connsiteY5" fmla="*/ 1396144 h 1396144"/>
              <a:gd name="connsiteX6" fmla="*/ 12413 w 7360224"/>
              <a:gd name="connsiteY6" fmla="*/ 838496 h 1396144"/>
              <a:gd name="connsiteX7" fmla="*/ 0 w 7360224"/>
              <a:gd name="connsiteY7" fmla="*/ 715361 h 1396144"/>
              <a:gd name="connsiteX8" fmla="*/ 0 w 7360224"/>
              <a:gd name="connsiteY8" fmla="*/ 680127 h 1396144"/>
              <a:gd name="connsiteX9" fmla="*/ 12413 w 7360224"/>
              <a:gd name="connsiteY9" fmla="*/ 556992 h 1396144"/>
              <a:gd name="connsiteX10" fmla="*/ 555872 w 7360224"/>
              <a:gd name="connsiteY10" fmla="*/ 13533 h 139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360224" h="1396144">
                <a:moveTo>
                  <a:pt x="690117" y="0"/>
                </a:moveTo>
                <a:lnTo>
                  <a:pt x="6668331" y="0"/>
                </a:lnTo>
                <a:lnTo>
                  <a:pt x="6802576" y="13533"/>
                </a:lnTo>
                <a:cubicBezTo>
                  <a:pt x="7120825" y="78656"/>
                  <a:pt x="7360224" y="360243"/>
                  <a:pt x="7360224" y="697744"/>
                </a:cubicBezTo>
                <a:cubicBezTo>
                  <a:pt x="7360224" y="1083460"/>
                  <a:pt x="7047540" y="1396144"/>
                  <a:pt x="6661824" y="1396144"/>
                </a:cubicBezTo>
                <a:lnTo>
                  <a:pt x="696624" y="1396144"/>
                </a:lnTo>
                <a:cubicBezTo>
                  <a:pt x="359123" y="1396144"/>
                  <a:pt x="77536" y="1156746"/>
                  <a:pt x="12413" y="838496"/>
                </a:cubicBezTo>
                <a:lnTo>
                  <a:pt x="0" y="715361"/>
                </a:lnTo>
                <a:lnTo>
                  <a:pt x="0" y="680127"/>
                </a:lnTo>
                <a:lnTo>
                  <a:pt x="12413" y="556992"/>
                </a:lnTo>
                <a:cubicBezTo>
                  <a:pt x="68233" y="284207"/>
                  <a:pt x="283087" y="69353"/>
                  <a:pt x="555872" y="1353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630000" tIns="0" rIns="630000" bIns="0" anchor="ctr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360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buNone/>
              <a:defRPr sz="3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1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217007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34" userDrawn="1">
          <p15:clr>
            <a:srgbClr val="FBAE40"/>
          </p15:clr>
        </p15:guide>
        <p15:guide id="4" orient="horz" pos="2814" userDrawn="1">
          <p15:clr>
            <a:srgbClr val="FBAE40"/>
          </p15:clr>
        </p15:guide>
        <p15:guide id="6" pos="148" userDrawn="1">
          <p15:clr>
            <a:srgbClr val="FBAE40"/>
          </p15:clr>
        </p15:guide>
        <p15:guide id="7" orient="horz" pos="371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440D51-D747-47FA-91DE-26557B98D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2" name="Gradient">
            <a:extLst>
              <a:ext uri="{FF2B5EF4-FFF2-40B4-BE49-F238E27FC236}">
                <a16:creationId xmlns:a16="http://schemas.microsoft.com/office/drawing/2014/main" id="{9AC0789D-82F0-FBB2-B386-EC3CB81BE8CE}"/>
              </a:ext>
            </a:extLst>
          </p:cNvPr>
          <p:cNvSpPr>
            <a:spLocks noSelect="1"/>
          </p:cNvSpPr>
          <p:nvPr userDrawn="1"/>
        </p:nvSpPr>
        <p:spPr>
          <a:xfrm>
            <a:off x="1" y="0"/>
            <a:ext cx="10981850" cy="1224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ETAS logo background">
            <a:extLst>
              <a:ext uri="{FF2B5EF4-FFF2-40B4-BE49-F238E27FC236}">
                <a16:creationId xmlns:a16="http://schemas.microsoft.com/office/drawing/2014/main" id="{DA116CE8-BDBB-5C54-A38C-019B2FF0386D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9" name="ETAS logo">
            <a:extLst>
              <a:ext uri="{FF2B5EF4-FFF2-40B4-BE49-F238E27FC236}">
                <a16:creationId xmlns:a16="http://schemas.microsoft.com/office/drawing/2014/main" id="{52EE596A-4F70-3EAF-73ED-2F42EABB5DF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42261C0-D171-4E4C-ACE8-EC8367470FBB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273657" y="1644651"/>
            <a:ext cx="10429200" cy="3824287"/>
          </a:xfrm>
        </p:spPr>
        <p:txBody>
          <a:bodyPr numCol="2"/>
          <a:lstStyle>
            <a:lvl1pPr marL="378000" indent="-378000">
              <a:lnSpc>
                <a:spcPct val="110000"/>
              </a:lnSpc>
              <a:spcBef>
                <a:spcPts val="2600"/>
              </a:spcBef>
              <a:buClr>
                <a:schemeClr val="tx2"/>
              </a:buClr>
              <a:buFont typeface="+mj-lt"/>
              <a:buAutoNum type="arabicPeriod"/>
              <a:defRPr b="1">
                <a:solidFill>
                  <a:schemeClr val="tx2"/>
                </a:solidFill>
              </a:defRPr>
            </a:lvl1pPr>
            <a:lvl2pPr marL="601200" indent="-216000">
              <a:lnSpc>
                <a:spcPct val="110000"/>
              </a:lnSpc>
              <a:defRPr/>
            </a:lvl2pPr>
            <a:lvl3pPr marL="601200" indent="-216000">
              <a:defRPr/>
            </a:lvl3pPr>
            <a:lvl4pPr marL="378000" indent="0">
              <a:defRPr/>
            </a:lvl4pPr>
            <a:lvl5pPr marL="378000" indent="0">
              <a:defRPr/>
            </a:lvl5pPr>
          </a:lstStyle>
          <a:p>
            <a:pPr lvl="0"/>
            <a:r>
              <a:rPr lang="en-US"/>
              <a:t>Chapter (two columns)</a:t>
            </a:r>
          </a:p>
          <a:p>
            <a:pPr lvl="1"/>
            <a:r>
              <a:rPr lang="en-US"/>
              <a:t>Subitem (optional)</a:t>
            </a:r>
            <a:endParaRPr lang="de-DE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E0614A48-C3A7-4012-B369-06AA9E137E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694800"/>
            <a:ext cx="9126135" cy="3593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1"/>
              <a:t>Subline (optional)</a:t>
            </a:r>
          </a:p>
        </p:txBody>
      </p:sp>
      <p:sp>
        <p:nvSpPr>
          <p:cNvPr id="27" name="Chapter_titleonly">
            <a:extLst>
              <a:ext uri="{FF2B5EF4-FFF2-40B4-BE49-F238E27FC236}">
                <a16:creationId xmlns:a16="http://schemas.microsoft.com/office/drawing/2014/main" id="{D9A38C7E-E57C-40FC-B581-5B8A93DB5E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200" y="204788"/>
            <a:ext cx="9154967" cy="432245"/>
          </a:xfrm>
        </p:spPr>
        <p:txBody>
          <a:bodyPr/>
          <a:lstStyle>
            <a:lvl1pPr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157382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4" userDrawn="1">
          <p15:clr>
            <a:srgbClr val="FBAE40"/>
          </p15:clr>
        </p15:guide>
        <p15:guide id="8" orient="horz" pos="3451">
          <p15:clr>
            <a:srgbClr val="FBAE40"/>
          </p15:clr>
        </p15:guide>
        <p15:guide id="12" pos="6743" userDrawn="1">
          <p15:clr>
            <a:srgbClr val="FBAE40"/>
          </p15:clr>
        </p15:guide>
        <p15:guide id="13" pos="171" userDrawn="1">
          <p15:clr>
            <a:srgbClr val="FBAE40"/>
          </p15:clr>
        </p15:guide>
        <p15:guide id="14" orient="horz" pos="126">
          <p15:clr>
            <a:srgbClr val="FBAE40"/>
          </p15:clr>
        </p15:guide>
        <p15:guide id="15" orient="horz" pos="67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 ">
    <p:bg>
      <p:bgPr>
        <a:gradFill>
          <a:gsLst>
            <a:gs pos="100000">
              <a:schemeClr val="accent2"/>
            </a:gs>
            <a:gs pos="0">
              <a:schemeClr val="tx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B58FDE-A627-421C-954B-F012E88F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/>
              <a:pPr defTabSz="914400">
                <a:defRPr/>
              </a:pPr>
              <a:t>‹Nr.›</a:t>
            </a:fld>
            <a:endParaRPr lang="en-US" sz="1800" noProof="1"/>
          </a:p>
        </p:txBody>
      </p:sp>
      <p:sp>
        <p:nvSpPr>
          <p:cNvPr id="3" name="Footnote2inv">
            <a:extLst>
              <a:ext uri="{FF2B5EF4-FFF2-40B4-BE49-F238E27FC236}">
                <a16:creationId xmlns:a16="http://schemas.microsoft.com/office/drawing/2014/main" id="{459A1617-11B5-718C-61A5-F7CC0DEA303B}"/>
              </a:ext>
            </a:extLst>
          </p:cNvPr>
          <p:cNvSpPr txBox="1"/>
          <p:nvPr userDrawn="1"/>
        </p:nvSpPr>
        <p:spPr>
          <a:xfrm>
            <a:off x="273600" y="5797897"/>
            <a:ext cx="9051362" cy="126000"/>
          </a:xfrm>
          <a:prstGeom prst="rect">
            <a:avLst/>
          </a:prstGeom>
          <a:noFill/>
        </p:spPr>
        <p:txBody>
          <a:bodyPr wrap="non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200" cap="none" spc="9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2025 ETAS GmbH.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6" name="Footnote1inv">
            <a:extLst>
              <a:ext uri="{FF2B5EF4-FFF2-40B4-BE49-F238E27FC236}">
                <a16:creationId xmlns:a16="http://schemas.microsoft.com/office/drawing/2014/main" id="{F743C601-FE9C-F5CB-48BB-0285FD5BDB8F}"/>
              </a:ext>
            </a:extLst>
          </p:cNvPr>
          <p:cNvSpPr txBox="1"/>
          <p:nvPr userDrawn="1"/>
        </p:nvSpPr>
        <p:spPr>
          <a:xfrm>
            <a:off x="273600" y="5691032"/>
            <a:ext cx="9051362" cy="126000"/>
          </a:xfrm>
          <a:prstGeom prst="rect">
            <a:avLst/>
          </a:prstGeom>
          <a:noFill/>
        </p:spPr>
        <p:txBody>
          <a:bodyPr wrap="squar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200" cap="none" spc="9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Internal | ETAS-DEV/XPC-Fe1 | 28.06.2022</a:t>
            </a:r>
          </a:p>
        </p:txBody>
      </p:sp>
      <p:sp>
        <p:nvSpPr>
          <p:cNvPr id="12" name="ETAS logo background">
            <a:extLst>
              <a:ext uri="{FF2B5EF4-FFF2-40B4-BE49-F238E27FC236}">
                <a16:creationId xmlns:a16="http://schemas.microsoft.com/office/drawing/2014/main" id="{77CCFE1E-220D-72FA-3E09-DAE5FA4B7DAA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3" name="ETAS logo">
            <a:extLst>
              <a:ext uri="{FF2B5EF4-FFF2-40B4-BE49-F238E27FC236}">
                <a16:creationId xmlns:a16="http://schemas.microsoft.com/office/drawing/2014/main" id="{B2DD8018-B0C9-6A1B-4D74-4CE67609CC8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15" name="Chapter_title">
            <a:extLst>
              <a:ext uri="{FF2B5EF4-FFF2-40B4-BE49-F238E27FC236}">
                <a16:creationId xmlns:a16="http://schemas.microsoft.com/office/drawing/2014/main" id="{0C07C395-2D30-4D8E-A33F-30B7FD0595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7599" y="2628000"/>
            <a:ext cx="10454214" cy="487313"/>
          </a:xfrm>
          <a:prstGeom prst="rect">
            <a:avLst/>
          </a:prstGeom>
        </p:spPr>
        <p:txBody>
          <a:bodyPr wrap="square" tIns="0" rIns="0" bIns="0" anchor="b" anchorCtr="0">
            <a:spAutoFit/>
          </a:bodyPr>
          <a:lstStyle>
            <a:lvl1pPr marL="0" indent="0">
              <a:lnSpc>
                <a:spcPts val="3840"/>
              </a:lnSpc>
              <a:buFontTx/>
              <a:buNone/>
              <a:defRPr sz="36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buNone/>
              <a:defRPr sz="3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1"/>
              <a:t>Chapter title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7165948-C4C3-9364-8895-48C0F8C9FDD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37599" y="3178799"/>
            <a:ext cx="10454214" cy="3747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1"/>
              <a:t>Subtitle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11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" userDrawn="1">
          <p15:clr>
            <a:srgbClr val="FBAE40"/>
          </p15:clr>
        </p15:guide>
        <p15:guide id="2" orient="horz" pos="1652" userDrawn="1">
          <p15:clr>
            <a:srgbClr val="FBAE40"/>
          </p15:clr>
        </p15:guide>
        <p15:guide id="3" pos="6735" userDrawn="1">
          <p15:clr>
            <a:srgbClr val="FBAE40"/>
          </p15:clr>
        </p15:guide>
        <p15:guide id="4" orient="horz" pos="224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with imag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FF8882-5D55-4A18-9AEB-F5439CB3B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14" name="ETAS logo background">
            <a:extLst>
              <a:ext uri="{FF2B5EF4-FFF2-40B4-BE49-F238E27FC236}">
                <a16:creationId xmlns:a16="http://schemas.microsoft.com/office/drawing/2014/main" id="{FACC1FCD-6B0A-5319-BFFD-B00564ED04FC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5" name="ETAS logo">
            <a:extLst>
              <a:ext uri="{FF2B5EF4-FFF2-40B4-BE49-F238E27FC236}">
                <a16:creationId xmlns:a16="http://schemas.microsoft.com/office/drawing/2014/main" id="{CA83A06B-316D-D893-C76B-3791DBBB2E2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13" name="Image">
            <a:extLst>
              <a:ext uri="{FF2B5EF4-FFF2-40B4-BE49-F238E27FC236}">
                <a16:creationId xmlns:a16="http://schemas.microsoft.com/office/drawing/2014/main" id="{2E3288EB-C40E-A1BD-6874-B8707D1A645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0969200" cy="5468938"/>
          </a:xfrm>
          <a:custGeom>
            <a:avLst/>
            <a:gdLst>
              <a:gd name="connsiteX0" fmla="*/ 0 w 10969200"/>
              <a:gd name="connsiteY0" fmla="*/ 0 h 5468938"/>
              <a:gd name="connsiteX1" fmla="*/ 10969200 w 10969200"/>
              <a:gd name="connsiteY1" fmla="*/ 0 h 5468938"/>
              <a:gd name="connsiteX2" fmla="*/ 10969200 w 10969200"/>
              <a:gd name="connsiteY2" fmla="*/ 278606 h 5468938"/>
              <a:gd name="connsiteX3" fmla="*/ 10141744 w 10969200"/>
              <a:gd name="connsiteY3" fmla="*/ 278606 h 5468938"/>
              <a:gd name="connsiteX4" fmla="*/ 10141744 w 10969200"/>
              <a:gd name="connsiteY4" fmla="*/ 279311 h 5468938"/>
              <a:gd name="connsiteX5" fmla="*/ 10135793 w 10969200"/>
              <a:gd name="connsiteY5" fmla="*/ 279311 h 5468938"/>
              <a:gd name="connsiteX6" fmla="*/ 10134455 w 10969200"/>
              <a:gd name="connsiteY6" fmla="*/ 279177 h 5468938"/>
              <a:gd name="connsiteX7" fmla="*/ 9989888 w 10969200"/>
              <a:gd name="connsiteY7" fmla="*/ 423193 h 5468938"/>
              <a:gd name="connsiteX8" fmla="*/ 10134455 w 10969200"/>
              <a:gd name="connsiteY8" fmla="*/ 567209 h 5468938"/>
              <a:gd name="connsiteX9" fmla="*/ 10861818 w 10969200"/>
              <a:gd name="connsiteY9" fmla="*/ 567209 h 5468938"/>
              <a:gd name="connsiteX10" fmla="*/ 10861818 w 10969200"/>
              <a:gd name="connsiteY10" fmla="*/ 566738 h 5468938"/>
              <a:gd name="connsiteX11" fmla="*/ 10969200 w 10969200"/>
              <a:gd name="connsiteY11" fmla="*/ 566738 h 5468938"/>
              <a:gd name="connsiteX12" fmla="*/ 10969200 w 10969200"/>
              <a:gd name="connsiteY12" fmla="*/ 5468938 h 5468938"/>
              <a:gd name="connsiteX13" fmla="*/ 0 w 10969200"/>
              <a:gd name="connsiteY13" fmla="*/ 5468938 h 546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200" h="5468938">
                <a:moveTo>
                  <a:pt x="0" y="0"/>
                </a:moveTo>
                <a:lnTo>
                  <a:pt x="10969200" y="0"/>
                </a:lnTo>
                <a:lnTo>
                  <a:pt x="10969200" y="278606"/>
                </a:lnTo>
                <a:lnTo>
                  <a:pt x="10141744" y="278606"/>
                </a:lnTo>
                <a:lnTo>
                  <a:pt x="10141744" y="279311"/>
                </a:lnTo>
                <a:lnTo>
                  <a:pt x="10135793" y="279311"/>
                </a:lnTo>
                <a:lnTo>
                  <a:pt x="10134455" y="279177"/>
                </a:lnTo>
                <a:cubicBezTo>
                  <a:pt x="10054613" y="279177"/>
                  <a:pt x="9989888" y="343655"/>
                  <a:pt x="9989888" y="423193"/>
                </a:cubicBezTo>
                <a:cubicBezTo>
                  <a:pt x="9989888" y="502731"/>
                  <a:pt x="10054613" y="567209"/>
                  <a:pt x="10134455" y="567209"/>
                </a:cubicBezTo>
                <a:lnTo>
                  <a:pt x="10861818" y="567209"/>
                </a:lnTo>
                <a:lnTo>
                  <a:pt x="10861818" y="566738"/>
                </a:lnTo>
                <a:lnTo>
                  <a:pt x="10969200" y="566738"/>
                </a:lnTo>
                <a:lnTo>
                  <a:pt x="10969200" y="5468938"/>
                </a:lnTo>
                <a:lnTo>
                  <a:pt x="0" y="5468938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324000" t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en-US"/>
              <a:t>Please insert picture – you can find pictures and graphics in the media database of the ETAS brand portal</a:t>
            </a:r>
          </a:p>
          <a:p>
            <a:endParaRPr lang="it-IT"/>
          </a:p>
        </p:txBody>
      </p:sp>
      <p:sp>
        <p:nvSpPr>
          <p:cNvPr id="16" name="Chapter title">
            <a:extLst>
              <a:ext uri="{FF2B5EF4-FFF2-40B4-BE49-F238E27FC236}">
                <a16:creationId xmlns:a16="http://schemas.microsoft.com/office/drawing/2014/main" id="{B0941B91-2CC6-54A3-3547-C40FA36DA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103200"/>
            <a:ext cx="7127475" cy="2088108"/>
          </a:xfrm>
          <a:custGeom>
            <a:avLst/>
            <a:gdLst>
              <a:gd name="connsiteX0" fmla="*/ 0 w 7127475"/>
              <a:gd name="connsiteY0" fmla="*/ 0 h 2088108"/>
              <a:gd name="connsiteX1" fmla="*/ 6083421 w 7127475"/>
              <a:gd name="connsiteY1" fmla="*/ 0 h 2088108"/>
              <a:gd name="connsiteX2" fmla="*/ 7127475 w 7127475"/>
              <a:gd name="connsiteY2" fmla="*/ 1044054 h 2088108"/>
              <a:gd name="connsiteX3" fmla="*/ 7127474 w 7127475"/>
              <a:gd name="connsiteY3" fmla="*/ 1044054 h 2088108"/>
              <a:gd name="connsiteX4" fmla="*/ 6083420 w 7127475"/>
              <a:gd name="connsiteY4" fmla="*/ 2088108 h 2088108"/>
              <a:gd name="connsiteX5" fmla="*/ 0 w 7127475"/>
              <a:gd name="connsiteY5" fmla="*/ 2088107 h 2088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27475" h="2088108">
                <a:moveTo>
                  <a:pt x="0" y="0"/>
                </a:moveTo>
                <a:lnTo>
                  <a:pt x="6083421" y="0"/>
                </a:lnTo>
                <a:cubicBezTo>
                  <a:pt x="6660036" y="0"/>
                  <a:pt x="7127475" y="467439"/>
                  <a:pt x="7127475" y="1044054"/>
                </a:cubicBezTo>
                <a:lnTo>
                  <a:pt x="7127474" y="1044054"/>
                </a:lnTo>
                <a:cubicBezTo>
                  <a:pt x="7127474" y="1620669"/>
                  <a:pt x="6660035" y="2088108"/>
                  <a:pt x="6083420" y="2088108"/>
                </a:cubicBezTo>
                <a:lnTo>
                  <a:pt x="0" y="2088107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237600" tIns="0" rIns="262800" bIns="0" anchor="ctr" anchorCtr="0"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1"/>
              <a:t>Chapter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337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" userDrawn="1">
          <p15:clr>
            <a:srgbClr val="FBAE40"/>
          </p15:clr>
        </p15:guide>
        <p15:guide id="2" orient="horz" pos="2485" userDrawn="1">
          <p15:clr>
            <a:srgbClr val="FBAE40"/>
          </p15:clr>
        </p15:guide>
        <p15:guide id="3" orient="horz" pos="277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size image with description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479BAD-6CC7-42D8-91FA-A914FC42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7" name="ETAS logo background">
            <a:extLst>
              <a:ext uri="{FF2B5EF4-FFF2-40B4-BE49-F238E27FC236}">
                <a16:creationId xmlns:a16="http://schemas.microsoft.com/office/drawing/2014/main" id="{5B75CF22-DECE-85D4-6883-509AABFA95BF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8" name="ETAS logo">
            <a:extLst>
              <a:ext uri="{FF2B5EF4-FFF2-40B4-BE49-F238E27FC236}">
                <a16:creationId xmlns:a16="http://schemas.microsoft.com/office/drawing/2014/main" id="{78300E20-2E5F-AFE4-4860-788D32BB968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5" name="Image">
            <a:extLst>
              <a:ext uri="{FF2B5EF4-FFF2-40B4-BE49-F238E27FC236}">
                <a16:creationId xmlns:a16="http://schemas.microsoft.com/office/drawing/2014/main" id="{3D85E635-DF19-D632-DE02-A7CB23420A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969200" cy="5468938"/>
          </a:xfrm>
          <a:custGeom>
            <a:avLst/>
            <a:gdLst>
              <a:gd name="connsiteX0" fmla="*/ 0 w 10969200"/>
              <a:gd name="connsiteY0" fmla="*/ 0 h 5468938"/>
              <a:gd name="connsiteX1" fmla="*/ 10969200 w 10969200"/>
              <a:gd name="connsiteY1" fmla="*/ 0 h 5468938"/>
              <a:gd name="connsiteX2" fmla="*/ 10969200 w 10969200"/>
              <a:gd name="connsiteY2" fmla="*/ 278606 h 5468938"/>
              <a:gd name="connsiteX3" fmla="*/ 10141744 w 10969200"/>
              <a:gd name="connsiteY3" fmla="*/ 278606 h 5468938"/>
              <a:gd name="connsiteX4" fmla="*/ 10141744 w 10969200"/>
              <a:gd name="connsiteY4" fmla="*/ 279311 h 5468938"/>
              <a:gd name="connsiteX5" fmla="*/ 10135793 w 10969200"/>
              <a:gd name="connsiteY5" fmla="*/ 279311 h 5468938"/>
              <a:gd name="connsiteX6" fmla="*/ 10134455 w 10969200"/>
              <a:gd name="connsiteY6" fmla="*/ 279177 h 5468938"/>
              <a:gd name="connsiteX7" fmla="*/ 9989888 w 10969200"/>
              <a:gd name="connsiteY7" fmla="*/ 423193 h 5468938"/>
              <a:gd name="connsiteX8" fmla="*/ 10134455 w 10969200"/>
              <a:gd name="connsiteY8" fmla="*/ 567209 h 5468938"/>
              <a:gd name="connsiteX9" fmla="*/ 10861818 w 10969200"/>
              <a:gd name="connsiteY9" fmla="*/ 567209 h 5468938"/>
              <a:gd name="connsiteX10" fmla="*/ 10861818 w 10969200"/>
              <a:gd name="connsiteY10" fmla="*/ 566738 h 5468938"/>
              <a:gd name="connsiteX11" fmla="*/ 10969200 w 10969200"/>
              <a:gd name="connsiteY11" fmla="*/ 566738 h 5468938"/>
              <a:gd name="connsiteX12" fmla="*/ 10969200 w 10969200"/>
              <a:gd name="connsiteY12" fmla="*/ 5468938 h 5468938"/>
              <a:gd name="connsiteX13" fmla="*/ 0 w 10969200"/>
              <a:gd name="connsiteY13" fmla="*/ 5468938 h 546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200" h="5468938">
                <a:moveTo>
                  <a:pt x="0" y="0"/>
                </a:moveTo>
                <a:lnTo>
                  <a:pt x="10969200" y="0"/>
                </a:lnTo>
                <a:lnTo>
                  <a:pt x="10969200" y="278606"/>
                </a:lnTo>
                <a:lnTo>
                  <a:pt x="10141744" y="278606"/>
                </a:lnTo>
                <a:lnTo>
                  <a:pt x="10141744" y="279311"/>
                </a:lnTo>
                <a:lnTo>
                  <a:pt x="10135793" y="279311"/>
                </a:lnTo>
                <a:lnTo>
                  <a:pt x="10134455" y="279177"/>
                </a:lnTo>
                <a:cubicBezTo>
                  <a:pt x="10054613" y="279177"/>
                  <a:pt x="9989888" y="343655"/>
                  <a:pt x="9989888" y="423193"/>
                </a:cubicBezTo>
                <a:cubicBezTo>
                  <a:pt x="9989888" y="502731"/>
                  <a:pt x="10054613" y="567209"/>
                  <a:pt x="10134455" y="567209"/>
                </a:cubicBezTo>
                <a:lnTo>
                  <a:pt x="10861818" y="567209"/>
                </a:lnTo>
                <a:lnTo>
                  <a:pt x="10861818" y="566738"/>
                </a:lnTo>
                <a:lnTo>
                  <a:pt x="10969200" y="566738"/>
                </a:lnTo>
                <a:lnTo>
                  <a:pt x="10969200" y="5468938"/>
                </a:lnTo>
                <a:lnTo>
                  <a:pt x="0" y="5468938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324000" t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en-US"/>
              <a:t>Please insert picture – you can find pictures and graphics in the media database of the ETAS brand portal</a:t>
            </a:r>
          </a:p>
          <a:p>
            <a:endParaRPr lang="it-IT"/>
          </a:p>
        </p:txBody>
      </p:sp>
      <p:sp>
        <p:nvSpPr>
          <p:cNvPr id="6" name="Picture description">
            <a:extLst>
              <a:ext uri="{FF2B5EF4-FFF2-40B4-BE49-F238E27FC236}">
                <a16:creationId xmlns:a16="http://schemas.microsoft.com/office/drawing/2014/main" id="{2D3C108E-A061-890B-84A3-794BC8E63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291200"/>
            <a:ext cx="5556820" cy="900000"/>
          </a:xfrm>
          <a:custGeom>
            <a:avLst/>
            <a:gdLst>
              <a:gd name="connsiteX0" fmla="*/ 0 w 5556820"/>
              <a:gd name="connsiteY0" fmla="*/ 0 h 900000"/>
              <a:gd name="connsiteX1" fmla="*/ 5106820 w 5556820"/>
              <a:gd name="connsiteY1" fmla="*/ 0 h 900000"/>
              <a:gd name="connsiteX2" fmla="*/ 5556820 w 5556820"/>
              <a:gd name="connsiteY2" fmla="*/ 450000 h 900000"/>
              <a:gd name="connsiteX3" fmla="*/ 5106820 w 5556820"/>
              <a:gd name="connsiteY3" fmla="*/ 900000 h 900000"/>
              <a:gd name="connsiteX4" fmla="*/ 0 w 5556820"/>
              <a:gd name="connsiteY4" fmla="*/ 90000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6820" h="900000">
                <a:moveTo>
                  <a:pt x="0" y="0"/>
                </a:moveTo>
                <a:lnTo>
                  <a:pt x="5106820" y="0"/>
                </a:lnTo>
                <a:cubicBezTo>
                  <a:pt x="5355348" y="0"/>
                  <a:pt x="5556820" y="201472"/>
                  <a:pt x="5556820" y="450000"/>
                </a:cubicBezTo>
                <a:cubicBezTo>
                  <a:pt x="5556820" y="698528"/>
                  <a:pt x="5355348" y="900000"/>
                  <a:pt x="5106820" y="900000"/>
                </a:cubicBezTo>
                <a:lnTo>
                  <a:pt x="0" y="90000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tx2"/>
              </a:gs>
            </a:gsLst>
            <a:lin ang="0" scaled="0"/>
          </a:gradFill>
        </p:spPr>
        <p:txBody>
          <a:bodyPr wrap="square" lIns="248400" anchor="ctr" anchorCtr="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Picture description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648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6">
          <p15:clr>
            <a:srgbClr val="FBAE40"/>
          </p15:clr>
        </p15:guide>
        <p15:guide id="2" pos="14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size imag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48E1EC-9D82-4CB2-AEF4-0CD5DD838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6" name="ETAS logo background">
            <a:extLst>
              <a:ext uri="{FF2B5EF4-FFF2-40B4-BE49-F238E27FC236}">
                <a16:creationId xmlns:a16="http://schemas.microsoft.com/office/drawing/2014/main" id="{321C5EC7-540B-3A4B-7BC3-CB23766A55C6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7" name="ETAS logo">
            <a:extLst>
              <a:ext uri="{FF2B5EF4-FFF2-40B4-BE49-F238E27FC236}">
                <a16:creationId xmlns:a16="http://schemas.microsoft.com/office/drawing/2014/main" id="{391F95AC-4C59-A23B-CBA9-AE1BB878E929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5" name="Image">
            <a:extLst>
              <a:ext uri="{FF2B5EF4-FFF2-40B4-BE49-F238E27FC236}">
                <a16:creationId xmlns:a16="http://schemas.microsoft.com/office/drawing/2014/main" id="{7ADC6E1D-0B80-A6F1-7999-C9EEA21234C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969200" cy="5468938"/>
          </a:xfrm>
          <a:custGeom>
            <a:avLst/>
            <a:gdLst>
              <a:gd name="connsiteX0" fmla="*/ 0 w 10969200"/>
              <a:gd name="connsiteY0" fmla="*/ 0 h 5468938"/>
              <a:gd name="connsiteX1" fmla="*/ 10969200 w 10969200"/>
              <a:gd name="connsiteY1" fmla="*/ 0 h 5468938"/>
              <a:gd name="connsiteX2" fmla="*/ 10969200 w 10969200"/>
              <a:gd name="connsiteY2" fmla="*/ 278606 h 5468938"/>
              <a:gd name="connsiteX3" fmla="*/ 10141744 w 10969200"/>
              <a:gd name="connsiteY3" fmla="*/ 278606 h 5468938"/>
              <a:gd name="connsiteX4" fmla="*/ 10141744 w 10969200"/>
              <a:gd name="connsiteY4" fmla="*/ 279311 h 5468938"/>
              <a:gd name="connsiteX5" fmla="*/ 10135793 w 10969200"/>
              <a:gd name="connsiteY5" fmla="*/ 279311 h 5468938"/>
              <a:gd name="connsiteX6" fmla="*/ 10134455 w 10969200"/>
              <a:gd name="connsiteY6" fmla="*/ 279177 h 5468938"/>
              <a:gd name="connsiteX7" fmla="*/ 9989888 w 10969200"/>
              <a:gd name="connsiteY7" fmla="*/ 423193 h 5468938"/>
              <a:gd name="connsiteX8" fmla="*/ 10134455 w 10969200"/>
              <a:gd name="connsiteY8" fmla="*/ 567209 h 5468938"/>
              <a:gd name="connsiteX9" fmla="*/ 10861818 w 10969200"/>
              <a:gd name="connsiteY9" fmla="*/ 567209 h 5468938"/>
              <a:gd name="connsiteX10" fmla="*/ 10861818 w 10969200"/>
              <a:gd name="connsiteY10" fmla="*/ 566738 h 5468938"/>
              <a:gd name="connsiteX11" fmla="*/ 10969200 w 10969200"/>
              <a:gd name="connsiteY11" fmla="*/ 566738 h 5468938"/>
              <a:gd name="connsiteX12" fmla="*/ 10969200 w 10969200"/>
              <a:gd name="connsiteY12" fmla="*/ 5468938 h 5468938"/>
              <a:gd name="connsiteX13" fmla="*/ 0 w 10969200"/>
              <a:gd name="connsiteY13" fmla="*/ 5468938 h 546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200" h="5468938">
                <a:moveTo>
                  <a:pt x="0" y="0"/>
                </a:moveTo>
                <a:lnTo>
                  <a:pt x="10969200" y="0"/>
                </a:lnTo>
                <a:lnTo>
                  <a:pt x="10969200" y="278606"/>
                </a:lnTo>
                <a:lnTo>
                  <a:pt x="10141744" y="278606"/>
                </a:lnTo>
                <a:lnTo>
                  <a:pt x="10141744" y="279311"/>
                </a:lnTo>
                <a:lnTo>
                  <a:pt x="10135793" y="279311"/>
                </a:lnTo>
                <a:lnTo>
                  <a:pt x="10134455" y="279177"/>
                </a:lnTo>
                <a:cubicBezTo>
                  <a:pt x="10054613" y="279177"/>
                  <a:pt x="9989888" y="343655"/>
                  <a:pt x="9989888" y="423193"/>
                </a:cubicBezTo>
                <a:cubicBezTo>
                  <a:pt x="9989888" y="502731"/>
                  <a:pt x="10054613" y="567209"/>
                  <a:pt x="10134455" y="567209"/>
                </a:cubicBezTo>
                <a:lnTo>
                  <a:pt x="10861818" y="567209"/>
                </a:lnTo>
                <a:lnTo>
                  <a:pt x="10861818" y="566738"/>
                </a:lnTo>
                <a:lnTo>
                  <a:pt x="10969200" y="566738"/>
                </a:lnTo>
                <a:lnTo>
                  <a:pt x="10969200" y="5468938"/>
                </a:lnTo>
                <a:lnTo>
                  <a:pt x="0" y="5468938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324000" t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en-US"/>
              <a:t>Please insert picture – you can find pictures and graphics in the media database of the ETAS brand portal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8531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D68C5F-1C36-4EA1-8151-956FB961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12E50C1-A75F-44C6-BB69-C486BA716268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285199"/>
            <a:ext cx="10427633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8F0D1D-E672-4397-A73E-75BD97842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Subline (optional)</a:t>
            </a:r>
          </a:p>
        </p:txBody>
      </p:sp>
      <p:sp>
        <p:nvSpPr>
          <p:cNvPr id="8" name="Chapter_titleonly">
            <a:extLst>
              <a:ext uri="{FF2B5EF4-FFF2-40B4-BE49-F238E27FC236}">
                <a16:creationId xmlns:a16="http://schemas.microsoft.com/office/drawing/2014/main" id="{E0989A26-A906-43E2-930C-7E873ABF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395949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orient="horz" pos="3449" userDrawn="1">
          <p15:clr>
            <a:srgbClr val="FBAE40"/>
          </p15:clr>
        </p15:guide>
        <p15:guide id="4" orient="horz" pos="126">
          <p15:clr>
            <a:srgbClr val="FBAE40"/>
          </p15:clr>
        </p15:guide>
        <p15:guide id="5" orient="horz" pos="670">
          <p15:clr>
            <a:srgbClr val="FBAE40"/>
          </p15:clr>
        </p15:guide>
        <p15:guide id="6" orient="horz" pos="801">
          <p15:clr>
            <a:srgbClr val="FBAE40"/>
          </p15:clr>
        </p15:guide>
        <p15:guide id="7" pos="3423" userDrawn="1">
          <p15:clr>
            <a:srgbClr val="FBAE40"/>
          </p15:clr>
        </p15:guide>
        <p15:guide id="8" pos="349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long headlin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B129C8-A104-4331-88EA-1324755E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dirty="0">
              <a:solidFill>
                <a:srgbClr val="164293"/>
              </a:solidFill>
            </a:endParaRP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6E8E5790-A5CA-4244-B1BD-58F6C8FCDA35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717674"/>
            <a:ext cx="10428480" cy="37475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560C3E-DFEB-4D14-8DF6-A412BB884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1141785"/>
            <a:ext cx="9154800" cy="359345"/>
          </a:xfrm>
        </p:spPr>
        <p:txBody>
          <a:bodyPr/>
          <a:lstStyle/>
          <a:p>
            <a:r>
              <a:rPr lang="en-US" noProof="1"/>
              <a:t>Subline (optional)</a:t>
            </a:r>
          </a:p>
        </p:txBody>
      </p:sp>
      <p:sp>
        <p:nvSpPr>
          <p:cNvPr id="6" name="Chapter_titleonly">
            <a:extLst>
              <a:ext uri="{FF2B5EF4-FFF2-40B4-BE49-F238E27FC236}">
                <a16:creationId xmlns:a16="http://schemas.microsoft.com/office/drawing/2014/main" id="{0819AD6F-E318-4BE8-AD29-3105CF876B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200" y="204788"/>
            <a:ext cx="9154800" cy="863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with two lines</a:t>
            </a:r>
          </a:p>
        </p:txBody>
      </p:sp>
    </p:spTree>
    <p:extLst>
      <p:ext uri="{BB962C8B-B14F-4D97-AF65-F5344CB8AC3E}">
        <p14:creationId xmlns:p14="http://schemas.microsoft.com/office/powerpoint/2010/main" val="3751568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26">
          <p15:clr>
            <a:srgbClr val="FBAE40"/>
          </p15:clr>
        </p15:guide>
        <p15:guide id="3" orient="horz" pos="1082">
          <p15:clr>
            <a:srgbClr val="FBAE40"/>
          </p15:clr>
        </p15:guide>
        <p15:guide id="4" pos="168">
          <p15:clr>
            <a:srgbClr val="FBAE40"/>
          </p15:clr>
        </p15:guide>
        <p15:guide id="5" pos="6744">
          <p15:clr>
            <a:srgbClr val="FBAE40"/>
          </p15:clr>
        </p15:guide>
        <p15:guide id="7" orient="horz" pos="946">
          <p15:clr>
            <a:srgbClr val="FBAE40"/>
          </p15:clr>
        </p15:guide>
        <p15:guide id="8" orient="horz" pos="3451">
          <p15:clr>
            <a:srgbClr val="FBAE40"/>
          </p15:clr>
        </p15:guide>
        <p15:guide id="9" pos="3492" userDrawn="1">
          <p15:clr>
            <a:srgbClr val="FBAE40"/>
          </p15:clr>
        </p15:guide>
        <p15:guide id="10" pos="342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D69B85-B5DE-4697-8BEB-7D02EA61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9AB4C37-96CA-4B5E-93DB-1879107CFF63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5554800" y="1285199"/>
            <a:ext cx="5148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D39D0AF-38AC-4462-A7DC-DD4F4A3A456A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285200"/>
            <a:ext cx="5148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3E9A2-6E98-4D89-8C56-7C37A876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7" name="Chapter_titleonly">
            <a:extLst>
              <a:ext uri="{FF2B5EF4-FFF2-40B4-BE49-F238E27FC236}">
                <a16:creationId xmlns:a16="http://schemas.microsoft.com/office/drawing/2014/main" id="{AC8CDF63-ECFB-4943-9998-6CC0808C87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4137614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pos="3423">
          <p15:clr>
            <a:srgbClr val="FBAE40"/>
          </p15:clr>
        </p15:guide>
        <p15:guide id="4" pos="3493">
          <p15:clr>
            <a:srgbClr val="FBAE40"/>
          </p15:clr>
        </p15:guide>
        <p15:guide id="5" orient="horz" pos="3451">
          <p15:clr>
            <a:srgbClr val="FBAE40"/>
          </p15:clr>
        </p15:guide>
        <p15:guide id="6" orient="horz" pos="126">
          <p15:clr>
            <a:srgbClr val="FBAE40"/>
          </p15:clr>
        </p15:guide>
        <p15:guide id="7" orient="horz" pos="670">
          <p15:clr>
            <a:srgbClr val="FBAE40"/>
          </p15:clr>
        </p15:guide>
        <p15:guide id="8" orient="horz" pos="80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45D2C-DE67-4E7B-8A67-3E6284F2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BA14D81-B286-4F95-9D12-8B9323FD033F}"/>
              </a:ext>
            </a:extLst>
          </p:cNvPr>
          <p:cNvSpPr>
            <a:spLocks noGrp="1"/>
          </p:cNvSpPr>
          <p:nvPr>
            <p:ph sz="quarter" idx="3" hasCustomPrompt="1"/>
          </p:nvPr>
        </p:nvSpPr>
        <p:spPr>
          <a:xfrm>
            <a:off x="7313739" y="1285199"/>
            <a:ext cx="3384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26C2A0-3C29-4633-83CC-40E0E3495BA1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3793670" y="1285198"/>
            <a:ext cx="3384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B0F874D-F7A6-421C-97F2-47F79D5FF1A8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599" y="1285198"/>
            <a:ext cx="338400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E0D27A-5F71-4454-BC37-F7A765E382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8" name="Chapter_titleonly">
            <a:extLst>
              <a:ext uri="{FF2B5EF4-FFF2-40B4-BE49-F238E27FC236}">
                <a16:creationId xmlns:a16="http://schemas.microsoft.com/office/drawing/2014/main" id="{462D58E9-B2F9-4214-9A35-C9CCAF97F5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155600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23" userDrawn="1">
          <p15:clr>
            <a:srgbClr val="FBAE40"/>
          </p15:clr>
        </p15:guide>
        <p15:guide id="2" pos="3492" userDrawn="1">
          <p15:clr>
            <a:srgbClr val="FBAE40"/>
          </p15:clr>
        </p15:guide>
        <p15:guide id="5" orient="horz" pos="3451">
          <p15:clr>
            <a:srgbClr val="FBAE40"/>
          </p15:clr>
        </p15:guide>
        <p15:guide id="6" orient="horz" pos="126">
          <p15:clr>
            <a:srgbClr val="FBAE40"/>
          </p15:clr>
        </p15:guide>
        <p15:guide id="7" orient="horz" pos="670">
          <p15:clr>
            <a:srgbClr val="FBAE40"/>
          </p15:clr>
        </p15:guide>
        <p15:guide id="8" pos="169">
          <p15:clr>
            <a:srgbClr val="FBAE40"/>
          </p15:clr>
        </p15:guide>
        <p15:guide id="9" pos="6739">
          <p15:clr>
            <a:srgbClr val="FBAE40"/>
          </p15:clr>
        </p15:guide>
        <p15:guide id="10" orient="horz" pos="80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D68C5F-1C36-4EA1-8151-956FB961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dirty="0">
              <a:solidFill>
                <a:srgbClr val="164293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D74F6FF-F2DF-4484-A6EA-147BCD9D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6" name="Chapter_titleonly">
            <a:extLst>
              <a:ext uri="{FF2B5EF4-FFF2-40B4-BE49-F238E27FC236}">
                <a16:creationId xmlns:a16="http://schemas.microsoft.com/office/drawing/2014/main" id="{0A3CFC89-787E-4766-A928-188BC7C6A6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56161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orient="horz" pos="126">
          <p15:clr>
            <a:srgbClr val="FBAE40"/>
          </p15:clr>
        </p15:guide>
        <p15:guide id="4" orient="horz" pos="670">
          <p15:clr>
            <a:srgbClr val="FBAE40"/>
          </p15:clr>
        </p15:guide>
        <p15:guide id="5" orient="horz" pos="3451">
          <p15:clr>
            <a:srgbClr val="FBAE40"/>
          </p15:clr>
        </p15:guide>
        <p15:guide id="6" orient="horz" pos="801">
          <p15:clr>
            <a:srgbClr val="FBAE40"/>
          </p15:clr>
        </p15:guide>
        <p15:guide id="7" pos="3492" userDrawn="1">
          <p15:clr>
            <a:srgbClr val="FBAE40"/>
          </p15:clr>
        </p15:guide>
        <p15:guide id="8" pos="3423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26EC37-6DF2-4553-A285-BCB4F92A0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sz="1800" noProof="1">
              <a:solidFill>
                <a:srgbClr val="1642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87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orient="horz" pos="126">
          <p15:clr>
            <a:srgbClr val="FBAE40"/>
          </p15:clr>
        </p15:guide>
        <p15:guide id="3" pos="6738">
          <p15:clr>
            <a:srgbClr val="FBAE40"/>
          </p15:clr>
        </p15:guide>
        <p15:guide id="4" orient="horz" pos="3451">
          <p15:clr>
            <a:srgbClr val="FBAE40"/>
          </p15:clr>
        </p15:guide>
        <p15:guide id="5" pos="3492" userDrawn="1">
          <p15:clr>
            <a:srgbClr val="FBAE40"/>
          </p15:clr>
        </p15:guide>
        <p15:guide id="6" pos="3423" userDrawn="1">
          <p15:clr>
            <a:srgbClr val="FBAE40"/>
          </p15:clr>
        </p15:guide>
        <p15:guide id="7" orient="horz" pos="800" userDrawn="1">
          <p15:clr>
            <a:srgbClr val="FBAE40"/>
          </p15:clr>
        </p15:guide>
        <p15:guide id="8" orient="horz" pos="66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(no footer)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">
            <a:extLst>
              <a:ext uri="{FF2B5EF4-FFF2-40B4-BE49-F238E27FC236}">
                <a16:creationId xmlns:a16="http://schemas.microsoft.com/office/drawing/2014/main" id="{9AC0789D-82F0-FBB2-B386-EC3CB81BE8CE}"/>
              </a:ext>
            </a:extLst>
          </p:cNvPr>
          <p:cNvSpPr>
            <a:spLocks noSelect="1"/>
          </p:cNvSpPr>
          <p:nvPr userDrawn="1"/>
        </p:nvSpPr>
        <p:spPr>
          <a:xfrm>
            <a:off x="1" y="0"/>
            <a:ext cx="10981850" cy="1224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ETAS logo background">
            <a:extLst>
              <a:ext uri="{FF2B5EF4-FFF2-40B4-BE49-F238E27FC236}">
                <a16:creationId xmlns:a16="http://schemas.microsoft.com/office/drawing/2014/main" id="{DA116CE8-BDBB-5C54-A38C-019B2FF0386D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9" name="ETAS logo">
            <a:extLst>
              <a:ext uri="{FF2B5EF4-FFF2-40B4-BE49-F238E27FC236}">
                <a16:creationId xmlns:a16="http://schemas.microsoft.com/office/drawing/2014/main" id="{52EE596A-4F70-3EAF-73ED-2F42EABB5DF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42261C0-D171-4E4C-ACE8-EC8367470FBB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273657" y="1644650"/>
            <a:ext cx="10429200" cy="4258800"/>
          </a:xfrm>
        </p:spPr>
        <p:txBody>
          <a:bodyPr numCol="2"/>
          <a:lstStyle>
            <a:lvl1pPr marL="378000" indent="-378000">
              <a:lnSpc>
                <a:spcPct val="110000"/>
              </a:lnSpc>
              <a:spcBef>
                <a:spcPts val="2600"/>
              </a:spcBef>
              <a:buClr>
                <a:schemeClr val="tx2"/>
              </a:buClr>
              <a:buFont typeface="+mj-lt"/>
              <a:buAutoNum type="arabicPeriod"/>
              <a:defRPr b="1">
                <a:solidFill>
                  <a:schemeClr val="tx2"/>
                </a:solidFill>
              </a:defRPr>
            </a:lvl1pPr>
            <a:lvl2pPr marL="601200" indent="-216000">
              <a:lnSpc>
                <a:spcPct val="110000"/>
              </a:lnSpc>
              <a:defRPr/>
            </a:lvl2pPr>
            <a:lvl3pPr marL="601200" indent="-216000">
              <a:defRPr/>
            </a:lvl3pPr>
            <a:lvl4pPr marL="378000" indent="0">
              <a:defRPr/>
            </a:lvl4pPr>
            <a:lvl5pPr marL="378000" indent="0">
              <a:defRPr/>
            </a:lvl5pPr>
          </a:lstStyle>
          <a:p>
            <a:pPr lvl="0"/>
            <a:r>
              <a:rPr lang="en-US"/>
              <a:t>Chapter (two columns)</a:t>
            </a:r>
          </a:p>
          <a:p>
            <a:pPr lvl="1"/>
            <a:r>
              <a:rPr lang="en-US"/>
              <a:t>Subitem (optional)</a:t>
            </a:r>
            <a:endParaRPr lang="de-DE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E0614A48-C3A7-4012-B369-06AA9E137E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694800"/>
            <a:ext cx="9126135" cy="3593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1"/>
              <a:t>Subline (optional)</a:t>
            </a:r>
          </a:p>
        </p:txBody>
      </p:sp>
      <p:sp>
        <p:nvSpPr>
          <p:cNvPr id="27" name="Chapter_titleonly">
            <a:extLst>
              <a:ext uri="{FF2B5EF4-FFF2-40B4-BE49-F238E27FC236}">
                <a16:creationId xmlns:a16="http://schemas.microsoft.com/office/drawing/2014/main" id="{D9A38C7E-E57C-40FC-B581-5B8A93DB5E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200" y="204788"/>
            <a:ext cx="9154967" cy="432245"/>
          </a:xfrm>
        </p:spPr>
        <p:txBody>
          <a:bodyPr/>
          <a:lstStyle>
            <a:lvl1pPr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54992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4" userDrawn="1">
          <p15:clr>
            <a:srgbClr val="FBAE40"/>
          </p15:clr>
        </p15:guide>
        <p15:guide id="8" orient="horz" pos="3719" userDrawn="1">
          <p15:clr>
            <a:srgbClr val="FBAE40"/>
          </p15:clr>
        </p15:guide>
        <p15:guide id="12" pos="6743" userDrawn="1">
          <p15:clr>
            <a:srgbClr val="FBAE40"/>
          </p15:clr>
        </p15:guide>
        <p15:guide id="13" pos="171" userDrawn="1">
          <p15:clr>
            <a:srgbClr val="FBAE40"/>
          </p15:clr>
        </p15:guide>
        <p15:guide id="14" orient="horz" pos="126">
          <p15:clr>
            <a:srgbClr val="FBAE40"/>
          </p15:clr>
        </p15:guide>
        <p15:guide id="15" orient="horz" pos="67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(no footer) ">
    <p:bg>
      <p:bgPr>
        <a:gradFill>
          <a:gsLst>
            <a:gs pos="100000">
              <a:schemeClr val="accent2"/>
            </a:gs>
            <a:gs pos="0">
              <a:schemeClr val="tx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TAS logo background">
            <a:extLst>
              <a:ext uri="{FF2B5EF4-FFF2-40B4-BE49-F238E27FC236}">
                <a16:creationId xmlns:a16="http://schemas.microsoft.com/office/drawing/2014/main" id="{77CCFE1E-220D-72FA-3E09-DAE5FA4B7DAA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3" name="ETAS logo">
            <a:extLst>
              <a:ext uri="{FF2B5EF4-FFF2-40B4-BE49-F238E27FC236}">
                <a16:creationId xmlns:a16="http://schemas.microsoft.com/office/drawing/2014/main" id="{B2DD8018-B0C9-6A1B-4D74-4CE67609CC8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15" name="Chapter_title">
            <a:extLst>
              <a:ext uri="{FF2B5EF4-FFF2-40B4-BE49-F238E27FC236}">
                <a16:creationId xmlns:a16="http://schemas.microsoft.com/office/drawing/2014/main" id="{0C07C395-2D30-4D8E-A33F-30B7FD0595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7599" y="2628000"/>
            <a:ext cx="10454214" cy="487313"/>
          </a:xfrm>
          <a:prstGeom prst="rect">
            <a:avLst/>
          </a:prstGeom>
        </p:spPr>
        <p:txBody>
          <a:bodyPr wrap="square" tIns="0" rIns="0" bIns="0" anchor="b" anchorCtr="0">
            <a:spAutoFit/>
          </a:bodyPr>
          <a:lstStyle>
            <a:lvl1pPr marL="0" indent="0">
              <a:lnSpc>
                <a:spcPts val="3840"/>
              </a:lnSpc>
              <a:buFontTx/>
              <a:buNone/>
              <a:defRPr sz="36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buNone/>
              <a:defRPr sz="3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1"/>
              <a:t>Chapter title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7165948-C4C3-9364-8895-48C0F8C9FDD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37599" y="3178799"/>
            <a:ext cx="10454214" cy="3747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1"/>
              <a:t>Subtitle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354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" userDrawn="1">
          <p15:clr>
            <a:srgbClr val="FBAE40"/>
          </p15:clr>
        </p15:guide>
        <p15:guide id="2" orient="horz" pos="1652" userDrawn="1">
          <p15:clr>
            <a:srgbClr val="FBAE40"/>
          </p15:clr>
        </p15:guide>
        <p15:guide id="3" pos="6735" userDrawn="1">
          <p15:clr>
            <a:srgbClr val="FBAE40"/>
          </p15:clr>
        </p15:guide>
        <p15:guide id="4" orient="horz" pos="224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with image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TAS logo background">
            <a:extLst>
              <a:ext uri="{FF2B5EF4-FFF2-40B4-BE49-F238E27FC236}">
                <a16:creationId xmlns:a16="http://schemas.microsoft.com/office/drawing/2014/main" id="{FACC1FCD-6B0A-5319-BFFD-B00564ED04FC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5" name="ETAS logo">
            <a:extLst>
              <a:ext uri="{FF2B5EF4-FFF2-40B4-BE49-F238E27FC236}">
                <a16:creationId xmlns:a16="http://schemas.microsoft.com/office/drawing/2014/main" id="{CA83A06B-316D-D893-C76B-3791DBBB2E2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9" name="Image">
            <a:extLst>
              <a:ext uri="{FF2B5EF4-FFF2-40B4-BE49-F238E27FC236}">
                <a16:creationId xmlns:a16="http://schemas.microsoft.com/office/drawing/2014/main" id="{A06F7231-77FA-06BB-CEB7-29511A02F5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0969625" cy="6170613"/>
          </a:xfrm>
          <a:custGeom>
            <a:avLst/>
            <a:gdLst>
              <a:gd name="connsiteX0" fmla="*/ 0 w 10969625"/>
              <a:gd name="connsiteY0" fmla="*/ 0 h 6170613"/>
              <a:gd name="connsiteX1" fmla="*/ 10969625 w 10969625"/>
              <a:gd name="connsiteY1" fmla="*/ 0 h 6170613"/>
              <a:gd name="connsiteX2" fmla="*/ 10969625 w 10969625"/>
              <a:gd name="connsiteY2" fmla="*/ 276225 h 6170613"/>
              <a:gd name="connsiteX3" fmla="*/ 10143446 w 10969625"/>
              <a:gd name="connsiteY3" fmla="*/ 276225 h 6170613"/>
              <a:gd name="connsiteX4" fmla="*/ 10143446 w 10969625"/>
              <a:gd name="connsiteY4" fmla="*/ 276929 h 6170613"/>
              <a:gd name="connsiteX5" fmla="*/ 10137432 w 10969625"/>
              <a:gd name="connsiteY5" fmla="*/ 276929 h 6170613"/>
              <a:gd name="connsiteX6" fmla="*/ 10136080 w 10969625"/>
              <a:gd name="connsiteY6" fmla="*/ 276795 h 6170613"/>
              <a:gd name="connsiteX7" fmla="*/ 9989999 w 10969625"/>
              <a:gd name="connsiteY7" fmla="*/ 420526 h 6170613"/>
              <a:gd name="connsiteX8" fmla="*/ 10136080 w 10969625"/>
              <a:gd name="connsiteY8" fmla="*/ 564257 h 6170613"/>
              <a:gd name="connsiteX9" fmla="*/ 10871063 w 10969625"/>
              <a:gd name="connsiteY9" fmla="*/ 564257 h 6170613"/>
              <a:gd name="connsiteX10" fmla="*/ 10871063 w 10969625"/>
              <a:gd name="connsiteY10" fmla="*/ 563787 h 6170613"/>
              <a:gd name="connsiteX11" fmla="*/ 10969625 w 10969625"/>
              <a:gd name="connsiteY11" fmla="*/ 563787 h 6170613"/>
              <a:gd name="connsiteX12" fmla="*/ 10969625 w 10969625"/>
              <a:gd name="connsiteY12" fmla="*/ 6170613 h 6170613"/>
              <a:gd name="connsiteX13" fmla="*/ 0 w 10969625"/>
              <a:gd name="connsiteY13" fmla="*/ 6170613 h 617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625" h="6170613">
                <a:moveTo>
                  <a:pt x="0" y="0"/>
                </a:moveTo>
                <a:lnTo>
                  <a:pt x="10969625" y="0"/>
                </a:lnTo>
                <a:lnTo>
                  <a:pt x="10969625" y="276225"/>
                </a:lnTo>
                <a:lnTo>
                  <a:pt x="10143446" y="276225"/>
                </a:lnTo>
                <a:lnTo>
                  <a:pt x="10143446" y="276929"/>
                </a:lnTo>
                <a:lnTo>
                  <a:pt x="10137432" y="276929"/>
                </a:lnTo>
                <a:lnTo>
                  <a:pt x="10136080" y="276795"/>
                </a:lnTo>
                <a:cubicBezTo>
                  <a:pt x="10055402" y="276795"/>
                  <a:pt x="9989999" y="341145"/>
                  <a:pt x="9989999" y="420526"/>
                </a:cubicBezTo>
                <a:cubicBezTo>
                  <a:pt x="9989999" y="499907"/>
                  <a:pt x="10055402" y="564257"/>
                  <a:pt x="10136080" y="564257"/>
                </a:cubicBezTo>
                <a:lnTo>
                  <a:pt x="10871063" y="564257"/>
                </a:lnTo>
                <a:lnTo>
                  <a:pt x="10871063" y="563787"/>
                </a:lnTo>
                <a:lnTo>
                  <a:pt x="10969625" y="563787"/>
                </a:lnTo>
                <a:lnTo>
                  <a:pt x="10969625" y="6170613"/>
                </a:lnTo>
                <a:lnTo>
                  <a:pt x="0" y="6170613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324000" t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pPr marL="0" marR="0" lvl="0" indent="0" algn="l" defTabSz="62547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lang="en-US"/>
              <a:t>Please insert picture – you can find pictures and graphics in the media database of the ETAS brand portal</a:t>
            </a:r>
          </a:p>
        </p:txBody>
      </p:sp>
      <p:sp>
        <p:nvSpPr>
          <p:cNvPr id="16" name="Chapter title">
            <a:extLst>
              <a:ext uri="{FF2B5EF4-FFF2-40B4-BE49-F238E27FC236}">
                <a16:creationId xmlns:a16="http://schemas.microsoft.com/office/drawing/2014/main" id="{B0941B91-2CC6-54A3-3547-C40FA36DA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103200"/>
            <a:ext cx="7127475" cy="2088108"/>
          </a:xfrm>
          <a:custGeom>
            <a:avLst/>
            <a:gdLst>
              <a:gd name="connsiteX0" fmla="*/ 0 w 7127475"/>
              <a:gd name="connsiteY0" fmla="*/ 0 h 2088108"/>
              <a:gd name="connsiteX1" fmla="*/ 6083421 w 7127475"/>
              <a:gd name="connsiteY1" fmla="*/ 0 h 2088108"/>
              <a:gd name="connsiteX2" fmla="*/ 7127475 w 7127475"/>
              <a:gd name="connsiteY2" fmla="*/ 1044054 h 2088108"/>
              <a:gd name="connsiteX3" fmla="*/ 7127474 w 7127475"/>
              <a:gd name="connsiteY3" fmla="*/ 1044054 h 2088108"/>
              <a:gd name="connsiteX4" fmla="*/ 6083420 w 7127475"/>
              <a:gd name="connsiteY4" fmla="*/ 2088108 h 2088108"/>
              <a:gd name="connsiteX5" fmla="*/ 0 w 7127475"/>
              <a:gd name="connsiteY5" fmla="*/ 2088107 h 2088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27475" h="2088108">
                <a:moveTo>
                  <a:pt x="0" y="0"/>
                </a:moveTo>
                <a:lnTo>
                  <a:pt x="6083421" y="0"/>
                </a:lnTo>
                <a:cubicBezTo>
                  <a:pt x="6660036" y="0"/>
                  <a:pt x="7127475" y="467439"/>
                  <a:pt x="7127475" y="1044054"/>
                </a:cubicBezTo>
                <a:lnTo>
                  <a:pt x="7127474" y="1044054"/>
                </a:lnTo>
                <a:cubicBezTo>
                  <a:pt x="7127474" y="1620669"/>
                  <a:pt x="6660035" y="2088108"/>
                  <a:pt x="6083420" y="2088108"/>
                </a:cubicBezTo>
                <a:lnTo>
                  <a:pt x="0" y="2088107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237600" tIns="0" rIns="262800" bIns="0" anchor="ctr" anchorCtr="0">
            <a:no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1"/>
              <a:t>Chapter 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8589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" userDrawn="1">
          <p15:clr>
            <a:srgbClr val="FBAE40"/>
          </p15:clr>
        </p15:guide>
        <p15:guide id="2" orient="horz" pos="2485" userDrawn="1">
          <p15:clr>
            <a:srgbClr val="FBAE40"/>
          </p15:clr>
        </p15:guide>
        <p15:guide id="3" orient="horz" pos="2778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size image with description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TAS logo background">
            <a:extLst>
              <a:ext uri="{FF2B5EF4-FFF2-40B4-BE49-F238E27FC236}">
                <a16:creationId xmlns:a16="http://schemas.microsoft.com/office/drawing/2014/main" id="{5B75CF22-DECE-85D4-6883-509AABFA95BF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8" name="ETAS logo">
            <a:extLst>
              <a:ext uri="{FF2B5EF4-FFF2-40B4-BE49-F238E27FC236}">
                <a16:creationId xmlns:a16="http://schemas.microsoft.com/office/drawing/2014/main" id="{78300E20-2E5F-AFE4-4860-788D32BB968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2" name="Image">
            <a:extLst>
              <a:ext uri="{FF2B5EF4-FFF2-40B4-BE49-F238E27FC236}">
                <a16:creationId xmlns:a16="http://schemas.microsoft.com/office/drawing/2014/main" id="{A4F23A61-F8F2-D1AE-0719-97E2F23F1B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0969625" cy="6170613"/>
          </a:xfrm>
          <a:custGeom>
            <a:avLst/>
            <a:gdLst>
              <a:gd name="connsiteX0" fmla="*/ 0 w 10969625"/>
              <a:gd name="connsiteY0" fmla="*/ 0 h 6170613"/>
              <a:gd name="connsiteX1" fmla="*/ 10969625 w 10969625"/>
              <a:gd name="connsiteY1" fmla="*/ 0 h 6170613"/>
              <a:gd name="connsiteX2" fmla="*/ 10969625 w 10969625"/>
              <a:gd name="connsiteY2" fmla="*/ 276225 h 6170613"/>
              <a:gd name="connsiteX3" fmla="*/ 10143446 w 10969625"/>
              <a:gd name="connsiteY3" fmla="*/ 276225 h 6170613"/>
              <a:gd name="connsiteX4" fmla="*/ 10143446 w 10969625"/>
              <a:gd name="connsiteY4" fmla="*/ 276929 h 6170613"/>
              <a:gd name="connsiteX5" fmla="*/ 10137432 w 10969625"/>
              <a:gd name="connsiteY5" fmla="*/ 276929 h 6170613"/>
              <a:gd name="connsiteX6" fmla="*/ 10136080 w 10969625"/>
              <a:gd name="connsiteY6" fmla="*/ 276795 h 6170613"/>
              <a:gd name="connsiteX7" fmla="*/ 9989999 w 10969625"/>
              <a:gd name="connsiteY7" fmla="*/ 420526 h 6170613"/>
              <a:gd name="connsiteX8" fmla="*/ 10136080 w 10969625"/>
              <a:gd name="connsiteY8" fmla="*/ 564257 h 6170613"/>
              <a:gd name="connsiteX9" fmla="*/ 10871063 w 10969625"/>
              <a:gd name="connsiteY9" fmla="*/ 564257 h 6170613"/>
              <a:gd name="connsiteX10" fmla="*/ 10871063 w 10969625"/>
              <a:gd name="connsiteY10" fmla="*/ 563787 h 6170613"/>
              <a:gd name="connsiteX11" fmla="*/ 10969625 w 10969625"/>
              <a:gd name="connsiteY11" fmla="*/ 563787 h 6170613"/>
              <a:gd name="connsiteX12" fmla="*/ 10969625 w 10969625"/>
              <a:gd name="connsiteY12" fmla="*/ 6170613 h 6170613"/>
              <a:gd name="connsiteX13" fmla="*/ 0 w 10969625"/>
              <a:gd name="connsiteY13" fmla="*/ 6170613 h 617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625" h="6170613">
                <a:moveTo>
                  <a:pt x="0" y="0"/>
                </a:moveTo>
                <a:lnTo>
                  <a:pt x="10969625" y="0"/>
                </a:lnTo>
                <a:lnTo>
                  <a:pt x="10969625" y="276225"/>
                </a:lnTo>
                <a:lnTo>
                  <a:pt x="10143446" y="276225"/>
                </a:lnTo>
                <a:lnTo>
                  <a:pt x="10143446" y="276929"/>
                </a:lnTo>
                <a:lnTo>
                  <a:pt x="10137432" y="276929"/>
                </a:lnTo>
                <a:lnTo>
                  <a:pt x="10136080" y="276795"/>
                </a:lnTo>
                <a:cubicBezTo>
                  <a:pt x="10055402" y="276795"/>
                  <a:pt x="9989999" y="341145"/>
                  <a:pt x="9989999" y="420526"/>
                </a:cubicBezTo>
                <a:cubicBezTo>
                  <a:pt x="9989999" y="499907"/>
                  <a:pt x="10055402" y="564257"/>
                  <a:pt x="10136080" y="564257"/>
                </a:cubicBezTo>
                <a:lnTo>
                  <a:pt x="10871063" y="564257"/>
                </a:lnTo>
                <a:lnTo>
                  <a:pt x="10871063" y="563787"/>
                </a:lnTo>
                <a:lnTo>
                  <a:pt x="10969625" y="563787"/>
                </a:lnTo>
                <a:lnTo>
                  <a:pt x="10969625" y="6170613"/>
                </a:lnTo>
                <a:lnTo>
                  <a:pt x="0" y="6170613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324000" t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pPr marL="0" marR="0" lvl="0" indent="0" algn="l" defTabSz="62547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lang="en-US"/>
              <a:t>Please insert picture – you can find pictures and graphics in the media database of the ETAS brand portal</a:t>
            </a:r>
          </a:p>
        </p:txBody>
      </p:sp>
      <p:sp>
        <p:nvSpPr>
          <p:cNvPr id="6" name="Picture description">
            <a:extLst>
              <a:ext uri="{FF2B5EF4-FFF2-40B4-BE49-F238E27FC236}">
                <a16:creationId xmlns:a16="http://schemas.microsoft.com/office/drawing/2014/main" id="{2D3C108E-A061-890B-84A3-794BC8E63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291200"/>
            <a:ext cx="5556820" cy="900000"/>
          </a:xfrm>
          <a:custGeom>
            <a:avLst/>
            <a:gdLst>
              <a:gd name="connsiteX0" fmla="*/ 0 w 5556820"/>
              <a:gd name="connsiteY0" fmla="*/ 0 h 900000"/>
              <a:gd name="connsiteX1" fmla="*/ 5106820 w 5556820"/>
              <a:gd name="connsiteY1" fmla="*/ 0 h 900000"/>
              <a:gd name="connsiteX2" fmla="*/ 5556820 w 5556820"/>
              <a:gd name="connsiteY2" fmla="*/ 450000 h 900000"/>
              <a:gd name="connsiteX3" fmla="*/ 5106820 w 5556820"/>
              <a:gd name="connsiteY3" fmla="*/ 900000 h 900000"/>
              <a:gd name="connsiteX4" fmla="*/ 0 w 5556820"/>
              <a:gd name="connsiteY4" fmla="*/ 90000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6820" h="900000">
                <a:moveTo>
                  <a:pt x="0" y="0"/>
                </a:moveTo>
                <a:lnTo>
                  <a:pt x="5106820" y="0"/>
                </a:lnTo>
                <a:cubicBezTo>
                  <a:pt x="5355348" y="0"/>
                  <a:pt x="5556820" y="201472"/>
                  <a:pt x="5556820" y="450000"/>
                </a:cubicBezTo>
                <a:cubicBezTo>
                  <a:pt x="5556820" y="698528"/>
                  <a:pt x="5355348" y="900000"/>
                  <a:pt x="5106820" y="900000"/>
                </a:cubicBezTo>
                <a:lnTo>
                  <a:pt x="0" y="90000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tx2"/>
              </a:gs>
            </a:gsLst>
            <a:lin ang="0" scaled="0"/>
          </a:gradFill>
        </p:spPr>
        <p:txBody>
          <a:bodyPr wrap="square" lIns="248400" anchor="ctr" anchorCtr="0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Picture description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601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48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size image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TAS logo background">
            <a:extLst>
              <a:ext uri="{FF2B5EF4-FFF2-40B4-BE49-F238E27FC236}">
                <a16:creationId xmlns:a16="http://schemas.microsoft.com/office/drawing/2014/main" id="{321C5EC7-540B-3A4B-7BC3-CB23766A55C6}"/>
              </a:ext>
            </a:extLst>
          </p:cNvPr>
          <p:cNvSpPr>
            <a:spLocks noSelect="1"/>
          </p:cNvSpPr>
          <p:nvPr userDrawn="1"/>
        </p:nvSpPr>
        <p:spPr>
          <a:xfrm>
            <a:off x="9989999" y="276225"/>
            <a:ext cx="990000" cy="288032"/>
          </a:xfrm>
          <a:custGeom>
            <a:avLst/>
            <a:gdLst>
              <a:gd name="connsiteX0" fmla="*/ 151856 w 979737"/>
              <a:gd name="connsiteY0" fmla="*/ 0 h 288603"/>
              <a:gd name="connsiteX1" fmla="*/ 979737 w 979737"/>
              <a:gd name="connsiteY1" fmla="*/ 0 h 288603"/>
              <a:gd name="connsiteX2" fmla="*/ 979737 w 979737"/>
              <a:gd name="connsiteY2" fmla="*/ 288132 h 288603"/>
              <a:gd name="connsiteX3" fmla="*/ 871930 w 979737"/>
              <a:gd name="connsiteY3" fmla="*/ 288132 h 288603"/>
              <a:gd name="connsiteX4" fmla="*/ 871930 w 979737"/>
              <a:gd name="connsiteY4" fmla="*/ 288603 h 288603"/>
              <a:gd name="connsiteX5" fmla="*/ 144567 w 979737"/>
              <a:gd name="connsiteY5" fmla="*/ 288603 h 288603"/>
              <a:gd name="connsiteX6" fmla="*/ 0 w 979737"/>
              <a:gd name="connsiteY6" fmla="*/ 144587 h 288603"/>
              <a:gd name="connsiteX7" fmla="*/ 144567 w 979737"/>
              <a:gd name="connsiteY7" fmla="*/ 571 h 288603"/>
              <a:gd name="connsiteX8" fmla="*/ 145905 w 979737"/>
              <a:gd name="connsiteY8" fmla="*/ 705 h 288603"/>
              <a:gd name="connsiteX9" fmla="*/ 151856 w 979737"/>
              <a:gd name="connsiteY9" fmla="*/ 705 h 2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9737" h="288603">
                <a:moveTo>
                  <a:pt x="151856" y="0"/>
                </a:moveTo>
                <a:lnTo>
                  <a:pt x="979737" y="0"/>
                </a:lnTo>
                <a:lnTo>
                  <a:pt x="979737" y="288132"/>
                </a:lnTo>
                <a:lnTo>
                  <a:pt x="871930" y="288132"/>
                </a:lnTo>
                <a:lnTo>
                  <a:pt x="871930" y="288603"/>
                </a:lnTo>
                <a:lnTo>
                  <a:pt x="144567" y="288603"/>
                </a:lnTo>
                <a:cubicBezTo>
                  <a:pt x="64725" y="288603"/>
                  <a:pt x="0" y="224125"/>
                  <a:pt x="0" y="144587"/>
                </a:cubicBezTo>
                <a:cubicBezTo>
                  <a:pt x="0" y="65049"/>
                  <a:pt x="64725" y="571"/>
                  <a:pt x="144567" y="571"/>
                </a:cubicBezTo>
                <a:lnTo>
                  <a:pt x="145905" y="705"/>
                </a:lnTo>
                <a:lnTo>
                  <a:pt x="151856" y="7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7" name="ETAS logo">
            <a:extLst>
              <a:ext uri="{FF2B5EF4-FFF2-40B4-BE49-F238E27FC236}">
                <a16:creationId xmlns:a16="http://schemas.microsoft.com/office/drawing/2014/main" id="{391F95AC-4C59-A23B-CBA9-AE1BB878E929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0935" y="347292"/>
            <a:ext cx="596304" cy="149076"/>
          </a:xfrm>
          <a:prstGeom prst="rect">
            <a:avLst/>
          </a:prstGeom>
        </p:spPr>
      </p:pic>
      <p:sp>
        <p:nvSpPr>
          <p:cNvPr id="2" name="Image">
            <a:extLst>
              <a:ext uri="{FF2B5EF4-FFF2-40B4-BE49-F238E27FC236}">
                <a16:creationId xmlns:a16="http://schemas.microsoft.com/office/drawing/2014/main" id="{DD0869D4-490C-AB5A-6BC5-F24C883E4ED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969625" cy="6170613"/>
          </a:xfrm>
          <a:custGeom>
            <a:avLst/>
            <a:gdLst>
              <a:gd name="connsiteX0" fmla="*/ 0 w 10969625"/>
              <a:gd name="connsiteY0" fmla="*/ 0 h 6170613"/>
              <a:gd name="connsiteX1" fmla="*/ 10969625 w 10969625"/>
              <a:gd name="connsiteY1" fmla="*/ 0 h 6170613"/>
              <a:gd name="connsiteX2" fmla="*/ 10969625 w 10969625"/>
              <a:gd name="connsiteY2" fmla="*/ 276225 h 6170613"/>
              <a:gd name="connsiteX3" fmla="*/ 10143446 w 10969625"/>
              <a:gd name="connsiteY3" fmla="*/ 276225 h 6170613"/>
              <a:gd name="connsiteX4" fmla="*/ 10143446 w 10969625"/>
              <a:gd name="connsiteY4" fmla="*/ 276929 h 6170613"/>
              <a:gd name="connsiteX5" fmla="*/ 10137432 w 10969625"/>
              <a:gd name="connsiteY5" fmla="*/ 276929 h 6170613"/>
              <a:gd name="connsiteX6" fmla="*/ 10136080 w 10969625"/>
              <a:gd name="connsiteY6" fmla="*/ 276795 h 6170613"/>
              <a:gd name="connsiteX7" fmla="*/ 9989999 w 10969625"/>
              <a:gd name="connsiteY7" fmla="*/ 420526 h 6170613"/>
              <a:gd name="connsiteX8" fmla="*/ 10136080 w 10969625"/>
              <a:gd name="connsiteY8" fmla="*/ 564257 h 6170613"/>
              <a:gd name="connsiteX9" fmla="*/ 10871063 w 10969625"/>
              <a:gd name="connsiteY9" fmla="*/ 564257 h 6170613"/>
              <a:gd name="connsiteX10" fmla="*/ 10871063 w 10969625"/>
              <a:gd name="connsiteY10" fmla="*/ 563787 h 6170613"/>
              <a:gd name="connsiteX11" fmla="*/ 10969625 w 10969625"/>
              <a:gd name="connsiteY11" fmla="*/ 563787 h 6170613"/>
              <a:gd name="connsiteX12" fmla="*/ 10969625 w 10969625"/>
              <a:gd name="connsiteY12" fmla="*/ 6170613 h 6170613"/>
              <a:gd name="connsiteX13" fmla="*/ 0 w 10969625"/>
              <a:gd name="connsiteY13" fmla="*/ 6170613 h 617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625" h="6170613">
                <a:moveTo>
                  <a:pt x="0" y="0"/>
                </a:moveTo>
                <a:lnTo>
                  <a:pt x="10969625" y="0"/>
                </a:lnTo>
                <a:lnTo>
                  <a:pt x="10969625" y="276225"/>
                </a:lnTo>
                <a:lnTo>
                  <a:pt x="10143446" y="276225"/>
                </a:lnTo>
                <a:lnTo>
                  <a:pt x="10143446" y="276929"/>
                </a:lnTo>
                <a:lnTo>
                  <a:pt x="10137432" y="276929"/>
                </a:lnTo>
                <a:lnTo>
                  <a:pt x="10136080" y="276795"/>
                </a:lnTo>
                <a:cubicBezTo>
                  <a:pt x="10055402" y="276795"/>
                  <a:pt x="9989999" y="341145"/>
                  <a:pt x="9989999" y="420526"/>
                </a:cubicBezTo>
                <a:cubicBezTo>
                  <a:pt x="9989999" y="499907"/>
                  <a:pt x="10055402" y="564257"/>
                  <a:pt x="10136080" y="564257"/>
                </a:cubicBezTo>
                <a:lnTo>
                  <a:pt x="10871063" y="564257"/>
                </a:lnTo>
                <a:lnTo>
                  <a:pt x="10871063" y="563787"/>
                </a:lnTo>
                <a:lnTo>
                  <a:pt x="10969625" y="563787"/>
                </a:lnTo>
                <a:lnTo>
                  <a:pt x="10969625" y="6170613"/>
                </a:lnTo>
                <a:lnTo>
                  <a:pt x="0" y="6170613"/>
                </a:lnTo>
                <a:close/>
              </a:path>
            </a:pathLst>
          </a:custGeom>
          <a:solidFill>
            <a:srgbClr val="BDC1C5"/>
          </a:solidFill>
        </p:spPr>
        <p:txBody>
          <a:bodyPr wrap="square" lIns="324000" tIns="72000">
            <a:noAutofit/>
          </a:bodyPr>
          <a:lstStyle>
            <a:lvl1pPr marL="0" indent="0">
              <a:buFontTx/>
              <a:buNone/>
              <a:defRPr sz="1000"/>
            </a:lvl1pPr>
          </a:lstStyle>
          <a:p>
            <a:pPr marL="0" marR="0" lvl="0" indent="0" algn="l" defTabSz="62547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lang="en-US"/>
              <a:t>Please insert picture – you can find pictures and graphics in the media database of the ETAS brand portal</a:t>
            </a:r>
          </a:p>
        </p:txBody>
      </p:sp>
    </p:spTree>
    <p:extLst>
      <p:ext uri="{BB962C8B-B14F-4D97-AF65-F5344CB8AC3E}">
        <p14:creationId xmlns:p14="http://schemas.microsoft.com/office/powerpoint/2010/main" val="1547979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 column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AS logo background">
            <a:extLst>
              <a:ext uri="{FF2B5EF4-FFF2-40B4-BE49-F238E27FC236}">
                <a16:creationId xmlns:a16="http://schemas.microsoft.com/office/drawing/2014/main" id="{EBBBF2BE-85DA-35BE-5AF6-56268ABAC40A}"/>
              </a:ext>
            </a:extLst>
          </p:cNvPr>
          <p:cNvSpPr>
            <a:spLocks noSelect="1"/>
          </p:cNvSpPr>
          <p:nvPr userDrawn="1"/>
        </p:nvSpPr>
        <p:spPr>
          <a:xfrm>
            <a:off x="9990000" y="276225"/>
            <a:ext cx="979625" cy="287934"/>
          </a:xfrm>
          <a:custGeom>
            <a:avLst/>
            <a:gdLst>
              <a:gd name="connsiteX0" fmla="*/ 143967 w 979625"/>
              <a:gd name="connsiteY0" fmla="*/ 0 h 287934"/>
              <a:gd name="connsiteX1" fmla="*/ 979625 w 979625"/>
              <a:gd name="connsiteY1" fmla="*/ 0 h 287934"/>
              <a:gd name="connsiteX2" fmla="*/ 979625 w 979625"/>
              <a:gd name="connsiteY2" fmla="*/ 287934 h 287934"/>
              <a:gd name="connsiteX3" fmla="*/ 143967 w 979625"/>
              <a:gd name="connsiteY3" fmla="*/ 287934 h 287934"/>
              <a:gd name="connsiteX4" fmla="*/ 0 w 979625"/>
              <a:gd name="connsiteY4" fmla="*/ 143967 h 287934"/>
              <a:gd name="connsiteX5" fmla="*/ 143967 w 979625"/>
              <a:gd name="connsiteY5" fmla="*/ 0 h 287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9625" h="287934">
                <a:moveTo>
                  <a:pt x="143967" y="0"/>
                </a:moveTo>
                <a:lnTo>
                  <a:pt x="979625" y="0"/>
                </a:lnTo>
                <a:lnTo>
                  <a:pt x="979625" y="287934"/>
                </a:lnTo>
                <a:lnTo>
                  <a:pt x="143967" y="287934"/>
                </a:lnTo>
                <a:cubicBezTo>
                  <a:pt x="64456" y="287934"/>
                  <a:pt x="0" y="223478"/>
                  <a:pt x="0" y="143967"/>
                </a:cubicBezTo>
                <a:cubicBezTo>
                  <a:pt x="0" y="64456"/>
                  <a:pt x="64456" y="0"/>
                  <a:pt x="143967" y="0"/>
                </a:cubicBezTo>
                <a:close/>
              </a:path>
            </a:pathLst>
          </a:custGeom>
          <a:gradFill>
            <a:gsLst>
              <a:gs pos="100000">
                <a:srgbClr val="89037A"/>
              </a:gs>
              <a:gs pos="10000">
                <a:srgbClr val="164293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TAS logo">
            <a:extLst>
              <a:ext uri="{FF2B5EF4-FFF2-40B4-BE49-F238E27FC236}">
                <a16:creationId xmlns:a16="http://schemas.microsoft.com/office/drawing/2014/main" id="{D2965E04-DC9C-F141-70E7-74A9C6782975}"/>
              </a:ext>
            </a:extLst>
          </p:cNvPr>
          <p:cNvSpPr>
            <a:spLocks noSelect="1"/>
          </p:cNvSpPr>
          <p:nvPr userDrawn="1"/>
        </p:nvSpPr>
        <p:spPr>
          <a:xfrm>
            <a:off x="10116000" y="347292"/>
            <a:ext cx="581559" cy="147604"/>
          </a:xfrm>
          <a:custGeom>
            <a:avLst/>
            <a:gdLst>
              <a:gd name="connsiteX0" fmla="*/ 472507 w 581559"/>
              <a:gd name="connsiteY0" fmla="*/ 46506 h 147604"/>
              <a:gd name="connsiteX1" fmla="*/ 486392 w 581559"/>
              <a:gd name="connsiteY1" fmla="*/ 32519 h 147604"/>
              <a:gd name="connsiteX2" fmla="*/ 550624 w 581559"/>
              <a:gd name="connsiteY2" fmla="*/ 32519 h 147604"/>
              <a:gd name="connsiteX3" fmla="*/ 566777 w 581559"/>
              <a:gd name="connsiteY3" fmla="*/ 17736 h 147604"/>
              <a:gd name="connsiteX4" fmla="*/ 550624 w 581559"/>
              <a:gd name="connsiteY4" fmla="*/ 2954 h 147604"/>
              <a:gd name="connsiteX5" fmla="*/ 487676 w 581559"/>
              <a:gd name="connsiteY5" fmla="*/ 2952 h 147604"/>
              <a:gd name="connsiteX6" fmla="*/ 442939 w 581559"/>
              <a:gd name="connsiteY6" fmla="*/ 46506 h 147604"/>
              <a:gd name="connsiteX7" fmla="*/ 487676 w 581559"/>
              <a:gd name="connsiteY7" fmla="*/ 90060 h 147604"/>
              <a:gd name="connsiteX8" fmla="*/ 538106 w 581559"/>
              <a:gd name="connsiteY8" fmla="*/ 90060 h 147604"/>
              <a:gd name="connsiteX9" fmla="*/ 551994 w 581559"/>
              <a:gd name="connsiteY9" fmla="*/ 104047 h 147604"/>
              <a:gd name="connsiteX10" fmla="*/ 538106 w 581559"/>
              <a:gd name="connsiteY10" fmla="*/ 118034 h 147604"/>
              <a:gd name="connsiteX11" fmla="*/ 473876 w 581559"/>
              <a:gd name="connsiteY11" fmla="*/ 118039 h 147604"/>
              <a:gd name="connsiteX12" fmla="*/ 457722 w 581559"/>
              <a:gd name="connsiteY12" fmla="*/ 132821 h 147604"/>
              <a:gd name="connsiteX13" fmla="*/ 473876 w 581559"/>
              <a:gd name="connsiteY13" fmla="*/ 147604 h 147604"/>
              <a:gd name="connsiteX14" fmla="*/ 536825 w 581559"/>
              <a:gd name="connsiteY14" fmla="*/ 147601 h 147604"/>
              <a:gd name="connsiteX15" fmla="*/ 581560 w 581559"/>
              <a:gd name="connsiteY15" fmla="*/ 104047 h 147604"/>
              <a:gd name="connsiteX16" fmla="*/ 536825 w 581559"/>
              <a:gd name="connsiteY16" fmla="*/ 60493 h 147604"/>
              <a:gd name="connsiteX17" fmla="*/ 486392 w 581559"/>
              <a:gd name="connsiteY17" fmla="*/ 60493 h 147604"/>
              <a:gd name="connsiteX18" fmla="*/ 472507 w 581559"/>
              <a:gd name="connsiteY18" fmla="*/ 46506 h 147604"/>
              <a:gd name="connsiteX19" fmla="*/ 472507 w 581559"/>
              <a:gd name="connsiteY19" fmla="*/ 46506 h 147604"/>
              <a:gd name="connsiteX20" fmla="*/ 440512 w 581559"/>
              <a:gd name="connsiteY20" fmla="*/ 124204 h 147604"/>
              <a:gd name="connsiteX21" fmla="*/ 375437 w 581559"/>
              <a:gd name="connsiteY21" fmla="*/ 11489 h 147604"/>
              <a:gd name="connsiteX22" fmla="*/ 369116 w 581559"/>
              <a:gd name="connsiteY22" fmla="*/ 4900 h 147604"/>
              <a:gd name="connsiteX23" fmla="*/ 369108 w 581559"/>
              <a:gd name="connsiteY23" fmla="*/ 4890 h 147604"/>
              <a:gd name="connsiteX24" fmla="*/ 369040 w 581559"/>
              <a:gd name="connsiteY24" fmla="*/ 4855 h 147604"/>
              <a:gd name="connsiteX25" fmla="*/ 363613 w 581559"/>
              <a:gd name="connsiteY25" fmla="*/ 2996 h 147604"/>
              <a:gd name="connsiteX26" fmla="*/ 363511 w 581559"/>
              <a:gd name="connsiteY26" fmla="*/ 2983 h 147604"/>
              <a:gd name="connsiteX27" fmla="*/ 362422 w 581559"/>
              <a:gd name="connsiteY27" fmla="*/ 2898 h 147604"/>
              <a:gd name="connsiteX28" fmla="*/ 361833 w 581559"/>
              <a:gd name="connsiteY28" fmla="*/ 2883 h 147604"/>
              <a:gd name="connsiteX29" fmla="*/ 361244 w 581559"/>
              <a:gd name="connsiteY29" fmla="*/ 2898 h 147604"/>
              <a:gd name="connsiteX30" fmla="*/ 360155 w 581559"/>
              <a:gd name="connsiteY30" fmla="*/ 2983 h 147604"/>
              <a:gd name="connsiteX31" fmla="*/ 360053 w 581559"/>
              <a:gd name="connsiteY31" fmla="*/ 2996 h 147604"/>
              <a:gd name="connsiteX32" fmla="*/ 354626 w 581559"/>
              <a:gd name="connsiteY32" fmla="*/ 4855 h 147604"/>
              <a:gd name="connsiteX33" fmla="*/ 354558 w 581559"/>
              <a:gd name="connsiteY33" fmla="*/ 4890 h 147604"/>
              <a:gd name="connsiteX34" fmla="*/ 354550 w 581559"/>
              <a:gd name="connsiteY34" fmla="*/ 4900 h 147604"/>
              <a:gd name="connsiteX35" fmla="*/ 348229 w 581559"/>
              <a:gd name="connsiteY35" fmla="*/ 11489 h 147604"/>
              <a:gd name="connsiteX36" fmla="*/ 283154 w 581559"/>
              <a:gd name="connsiteY36" fmla="*/ 124204 h 147604"/>
              <a:gd name="connsiteX37" fmla="*/ 287879 w 581559"/>
              <a:gd name="connsiteY37" fmla="*/ 145585 h 147604"/>
              <a:gd name="connsiteX38" fmla="*/ 308758 w 581559"/>
              <a:gd name="connsiteY38" fmla="*/ 138986 h 147604"/>
              <a:gd name="connsiteX39" fmla="*/ 361833 w 581559"/>
              <a:gd name="connsiteY39" fmla="*/ 47057 h 147604"/>
              <a:gd name="connsiteX40" fmla="*/ 414908 w 581559"/>
              <a:gd name="connsiteY40" fmla="*/ 138986 h 147604"/>
              <a:gd name="connsiteX41" fmla="*/ 435787 w 581559"/>
              <a:gd name="connsiteY41" fmla="*/ 145585 h 147604"/>
              <a:gd name="connsiteX42" fmla="*/ 440512 w 581559"/>
              <a:gd name="connsiteY42" fmla="*/ 124204 h 147604"/>
              <a:gd name="connsiteX43" fmla="*/ 440512 w 581559"/>
              <a:gd name="connsiteY43" fmla="*/ 124204 h 147604"/>
              <a:gd name="connsiteX44" fmla="*/ 305728 w 581559"/>
              <a:gd name="connsiteY44" fmla="*/ 17737 h 147604"/>
              <a:gd name="connsiteX45" fmla="*/ 289574 w 581559"/>
              <a:gd name="connsiteY45" fmla="*/ 2954 h 147604"/>
              <a:gd name="connsiteX46" fmla="*/ 163756 w 581559"/>
              <a:gd name="connsiteY46" fmla="*/ 2954 h 147604"/>
              <a:gd name="connsiteX47" fmla="*/ 147602 w 581559"/>
              <a:gd name="connsiteY47" fmla="*/ 17737 h 147604"/>
              <a:gd name="connsiteX48" fmla="*/ 163756 w 581559"/>
              <a:gd name="connsiteY48" fmla="*/ 32520 h 147604"/>
              <a:gd name="connsiteX49" fmla="*/ 211890 w 581559"/>
              <a:gd name="connsiteY49" fmla="*/ 32520 h 147604"/>
              <a:gd name="connsiteX50" fmla="*/ 211891 w 581559"/>
              <a:gd name="connsiteY50" fmla="*/ 131450 h 147604"/>
              <a:gd name="connsiteX51" fmla="*/ 226673 w 581559"/>
              <a:gd name="connsiteY51" fmla="*/ 147604 h 147604"/>
              <a:gd name="connsiteX52" fmla="*/ 241456 w 581559"/>
              <a:gd name="connsiteY52" fmla="*/ 131450 h 147604"/>
              <a:gd name="connsiteX53" fmla="*/ 241457 w 581559"/>
              <a:gd name="connsiteY53" fmla="*/ 32520 h 147604"/>
              <a:gd name="connsiteX54" fmla="*/ 289574 w 581559"/>
              <a:gd name="connsiteY54" fmla="*/ 32520 h 147604"/>
              <a:gd name="connsiteX55" fmla="*/ 305728 w 581559"/>
              <a:gd name="connsiteY55" fmla="*/ 17737 h 147604"/>
              <a:gd name="connsiteX56" fmla="*/ 305728 w 581559"/>
              <a:gd name="connsiteY56" fmla="*/ 17737 h 147604"/>
              <a:gd name="connsiteX57" fmla="*/ 147603 w 581559"/>
              <a:gd name="connsiteY57" fmla="*/ 73802 h 147604"/>
              <a:gd name="connsiteX58" fmla="*/ 73800 w 581559"/>
              <a:gd name="connsiteY58" fmla="*/ 0 h 147604"/>
              <a:gd name="connsiteX59" fmla="*/ 0 w 581559"/>
              <a:gd name="connsiteY59" fmla="*/ 73802 h 147604"/>
              <a:gd name="connsiteX60" fmla="*/ 80218 w 581559"/>
              <a:gd name="connsiteY60" fmla="*/ 147604 h 147604"/>
              <a:gd name="connsiteX61" fmla="*/ 106710 w 581559"/>
              <a:gd name="connsiteY61" fmla="*/ 147604 h 147604"/>
              <a:gd name="connsiteX62" fmla="*/ 125431 w 581559"/>
              <a:gd name="connsiteY62" fmla="*/ 132821 h 147604"/>
              <a:gd name="connsiteX63" fmla="*/ 109278 w 581559"/>
              <a:gd name="connsiteY63" fmla="*/ 118039 h 147604"/>
              <a:gd name="connsiteX64" fmla="*/ 80218 w 581559"/>
              <a:gd name="connsiteY64" fmla="*/ 118038 h 147604"/>
              <a:gd name="connsiteX65" fmla="*/ 32354 w 581559"/>
              <a:gd name="connsiteY65" fmla="*/ 90062 h 147604"/>
              <a:gd name="connsiteX66" fmla="*/ 132820 w 581559"/>
              <a:gd name="connsiteY66" fmla="*/ 90062 h 147604"/>
              <a:gd name="connsiteX67" fmla="*/ 147603 w 581559"/>
              <a:gd name="connsiteY67" fmla="*/ 75278 h 147604"/>
              <a:gd name="connsiteX68" fmla="*/ 147603 w 581559"/>
              <a:gd name="connsiteY68" fmla="*/ 73802 h 147604"/>
              <a:gd name="connsiteX69" fmla="*/ 147603 w 581559"/>
              <a:gd name="connsiteY69" fmla="*/ 73802 h 147604"/>
              <a:gd name="connsiteX70" fmla="*/ 115990 w 581559"/>
              <a:gd name="connsiteY70" fmla="*/ 60494 h 147604"/>
              <a:gd name="connsiteX71" fmla="*/ 31612 w 581559"/>
              <a:gd name="connsiteY71" fmla="*/ 60494 h 147604"/>
              <a:gd name="connsiteX72" fmla="*/ 73800 w 581559"/>
              <a:gd name="connsiteY72" fmla="*/ 29568 h 147604"/>
              <a:gd name="connsiteX73" fmla="*/ 115990 w 581559"/>
              <a:gd name="connsiteY73" fmla="*/ 60494 h 147604"/>
              <a:gd name="connsiteX74" fmla="*/ 115990 w 581559"/>
              <a:gd name="connsiteY74" fmla="*/ 60494 h 14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81559" h="147604">
                <a:moveTo>
                  <a:pt x="472507" y="46506"/>
                </a:moveTo>
                <a:cubicBezTo>
                  <a:pt x="472507" y="38794"/>
                  <a:pt x="478736" y="32519"/>
                  <a:pt x="486392" y="32519"/>
                </a:cubicBezTo>
                <a:lnTo>
                  <a:pt x="550624" y="32519"/>
                </a:lnTo>
                <a:cubicBezTo>
                  <a:pt x="560575" y="32519"/>
                  <a:pt x="566777" y="25901"/>
                  <a:pt x="566777" y="17736"/>
                </a:cubicBezTo>
                <a:cubicBezTo>
                  <a:pt x="566777" y="9572"/>
                  <a:pt x="560575" y="2954"/>
                  <a:pt x="550624" y="2954"/>
                </a:cubicBezTo>
                <a:lnTo>
                  <a:pt x="487676" y="2952"/>
                </a:lnTo>
                <a:cubicBezTo>
                  <a:pt x="462218" y="2952"/>
                  <a:pt x="442939" y="22490"/>
                  <a:pt x="442939" y="46506"/>
                </a:cubicBezTo>
                <a:cubicBezTo>
                  <a:pt x="442939" y="70522"/>
                  <a:pt x="462218" y="90060"/>
                  <a:pt x="487676" y="90060"/>
                </a:cubicBezTo>
                <a:lnTo>
                  <a:pt x="538106" y="90060"/>
                </a:lnTo>
                <a:cubicBezTo>
                  <a:pt x="545761" y="90060"/>
                  <a:pt x="551994" y="96335"/>
                  <a:pt x="551994" y="104047"/>
                </a:cubicBezTo>
                <a:cubicBezTo>
                  <a:pt x="551994" y="111759"/>
                  <a:pt x="545761" y="118034"/>
                  <a:pt x="538106" y="118034"/>
                </a:cubicBezTo>
                <a:lnTo>
                  <a:pt x="473876" y="118039"/>
                </a:lnTo>
                <a:cubicBezTo>
                  <a:pt x="463926" y="118039"/>
                  <a:pt x="457722" y="124657"/>
                  <a:pt x="457722" y="132821"/>
                </a:cubicBezTo>
                <a:cubicBezTo>
                  <a:pt x="457722" y="140986"/>
                  <a:pt x="463926" y="147604"/>
                  <a:pt x="473876" y="147604"/>
                </a:cubicBezTo>
                <a:lnTo>
                  <a:pt x="536825" y="147601"/>
                </a:lnTo>
                <a:cubicBezTo>
                  <a:pt x="562278" y="147601"/>
                  <a:pt x="581560" y="128063"/>
                  <a:pt x="581560" y="104047"/>
                </a:cubicBezTo>
                <a:cubicBezTo>
                  <a:pt x="581560" y="80031"/>
                  <a:pt x="562278" y="60493"/>
                  <a:pt x="536825" y="60493"/>
                </a:cubicBezTo>
                <a:lnTo>
                  <a:pt x="486392" y="60493"/>
                </a:lnTo>
                <a:cubicBezTo>
                  <a:pt x="478736" y="60493"/>
                  <a:pt x="472507" y="54218"/>
                  <a:pt x="472507" y="46506"/>
                </a:cubicBezTo>
                <a:lnTo>
                  <a:pt x="472507" y="46506"/>
                </a:lnTo>
                <a:close/>
                <a:moveTo>
                  <a:pt x="440512" y="124204"/>
                </a:moveTo>
                <a:lnTo>
                  <a:pt x="375437" y="11489"/>
                </a:lnTo>
                <a:cubicBezTo>
                  <a:pt x="373716" y="8508"/>
                  <a:pt x="371528" y="6330"/>
                  <a:pt x="369116" y="4900"/>
                </a:cubicBezTo>
                <a:lnTo>
                  <a:pt x="369108" y="4890"/>
                </a:lnTo>
                <a:cubicBezTo>
                  <a:pt x="369085" y="4877"/>
                  <a:pt x="369062" y="4868"/>
                  <a:pt x="369040" y="4855"/>
                </a:cubicBezTo>
                <a:cubicBezTo>
                  <a:pt x="367317" y="3847"/>
                  <a:pt x="365482" y="3230"/>
                  <a:pt x="363613" y="2996"/>
                </a:cubicBezTo>
                <a:cubicBezTo>
                  <a:pt x="363579" y="2992"/>
                  <a:pt x="363545" y="2987"/>
                  <a:pt x="363511" y="2983"/>
                </a:cubicBezTo>
                <a:cubicBezTo>
                  <a:pt x="363149" y="2940"/>
                  <a:pt x="362786" y="2912"/>
                  <a:pt x="362422" y="2898"/>
                </a:cubicBezTo>
                <a:cubicBezTo>
                  <a:pt x="362225" y="2889"/>
                  <a:pt x="362029" y="2885"/>
                  <a:pt x="361833" y="2883"/>
                </a:cubicBezTo>
                <a:cubicBezTo>
                  <a:pt x="361636" y="2884"/>
                  <a:pt x="361440" y="2889"/>
                  <a:pt x="361244" y="2898"/>
                </a:cubicBezTo>
                <a:cubicBezTo>
                  <a:pt x="360880" y="2912"/>
                  <a:pt x="360517" y="2940"/>
                  <a:pt x="360155" y="2983"/>
                </a:cubicBezTo>
                <a:cubicBezTo>
                  <a:pt x="360121" y="2987"/>
                  <a:pt x="360087" y="2992"/>
                  <a:pt x="360053" y="2996"/>
                </a:cubicBezTo>
                <a:cubicBezTo>
                  <a:pt x="358184" y="3230"/>
                  <a:pt x="356349" y="3847"/>
                  <a:pt x="354626" y="4855"/>
                </a:cubicBezTo>
                <a:cubicBezTo>
                  <a:pt x="354604" y="4868"/>
                  <a:pt x="354580" y="4877"/>
                  <a:pt x="354558" y="4890"/>
                </a:cubicBezTo>
                <a:cubicBezTo>
                  <a:pt x="354558" y="4890"/>
                  <a:pt x="354551" y="4898"/>
                  <a:pt x="354550" y="4900"/>
                </a:cubicBezTo>
                <a:cubicBezTo>
                  <a:pt x="352138" y="6330"/>
                  <a:pt x="349950" y="8508"/>
                  <a:pt x="348229" y="11489"/>
                </a:cubicBezTo>
                <a:lnTo>
                  <a:pt x="283154" y="124204"/>
                </a:lnTo>
                <a:cubicBezTo>
                  <a:pt x="278179" y="132821"/>
                  <a:pt x="280808" y="141503"/>
                  <a:pt x="287879" y="145585"/>
                </a:cubicBezTo>
                <a:cubicBezTo>
                  <a:pt x="294949" y="149667"/>
                  <a:pt x="303783" y="147604"/>
                  <a:pt x="308758" y="138986"/>
                </a:cubicBezTo>
                <a:lnTo>
                  <a:pt x="361833" y="47057"/>
                </a:lnTo>
                <a:lnTo>
                  <a:pt x="414908" y="138986"/>
                </a:lnTo>
                <a:cubicBezTo>
                  <a:pt x="419883" y="147604"/>
                  <a:pt x="428717" y="149667"/>
                  <a:pt x="435787" y="145585"/>
                </a:cubicBezTo>
                <a:cubicBezTo>
                  <a:pt x="442858" y="141503"/>
                  <a:pt x="445488" y="132821"/>
                  <a:pt x="440512" y="124204"/>
                </a:cubicBezTo>
                <a:lnTo>
                  <a:pt x="440512" y="124204"/>
                </a:lnTo>
                <a:close/>
                <a:moveTo>
                  <a:pt x="305728" y="17737"/>
                </a:moveTo>
                <a:cubicBezTo>
                  <a:pt x="305728" y="9572"/>
                  <a:pt x="299524" y="2954"/>
                  <a:pt x="289574" y="2954"/>
                </a:cubicBezTo>
                <a:lnTo>
                  <a:pt x="163756" y="2954"/>
                </a:lnTo>
                <a:cubicBezTo>
                  <a:pt x="153805" y="2954"/>
                  <a:pt x="147602" y="9572"/>
                  <a:pt x="147602" y="17737"/>
                </a:cubicBezTo>
                <a:cubicBezTo>
                  <a:pt x="147602" y="25901"/>
                  <a:pt x="153805" y="32520"/>
                  <a:pt x="163756" y="32520"/>
                </a:cubicBezTo>
                <a:lnTo>
                  <a:pt x="211890" y="32520"/>
                </a:lnTo>
                <a:lnTo>
                  <a:pt x="211891" y="131450"/>
                </a:lnTo>
                <a:cubicBezTo>
                  <a:pt x="211891" y="141400"/>
                  <a:pt x="218509" y="147604"/>
                  <a:pt x="226673" y="147604"/>
                </a:cubicBezTo>
                <a:cubicBezTo>
                  <a:pt x="234838" y="147604"/>
                  <a:pt x="241456" y="141400"/>
                  <a:pt x="241456" y="131450"/>
                </a:cubicBezTo>
                <a:lnTo>
                  <a:pt x="241457" y="32520"/>
                </a:lnTo>
                <a:lnTo>
                  <a:pt x="289574" y="32520"/>
                </a:lnTo>
                <a:cubicBezTo>
                  <a:pt x="299524" y="32520"/>
                  <a:pt x="305728" y="25901"/>
                  <a:pt x="305728" y="17737"/>
                </a:cubicBezTo>
                <a:lnTo>
                  <a:pt x="305728" y="17737"/>
                </a:lnTo>
                <a:close/>
                <a:moveTo>
                  <a:pt x="147603" y="73802"/>
                </a:moveTo>
                <a:cubicBezTo>
                  <a:pt x="147603" y="33107"/>
                  <a:pt x="114496" y="0"/>
                  <a:pt x="73800" y="0"/>
                </a:cubicBezTo>
                <a:cubicBezTo>
                  <a:pt x="33105" y="0"/>
                  <a:pt x="0" y="33107"/>
                  <a:pt x="0" y="73802"/>
                </a:cubicBezTo>
                <a:cubicBezTo>
                  <a:pt x="0" y="117256"/>
                  <a:pt x="32987" y="147604"/>
                  <a:pt x="80218" y="147604"/>
                </a:cubicBezTo>
                <a:lnTo>
                  <a:pt x="106710" y="147604"/>
                </a:lnTo>
                <a:cubicBezTo>
                  <a:pt x="117856" y="147604"/>
                  <a:pt x="125431" y="141366"/>
                  <a:pt x="125431" y="132821"/>
                </a:cubicBezTo>
                <a:cubicBezTo>
                  <a:pt x="125431" y="124657"/>
                  <a:pt x="119227" y="118039"/>
                  <a:pt x="109278" y="118039"/>
                </a:cubicBezTo>
                <a:lnTo>
                  <a:pt x="80218" y="118038"/>
                </a:lnTo>
                <a:cubicBezTo>
                  <a:pt x="56213" y="118038"/>
                  <a:pt x="38835" y="107468"/>
                  <a:pt x="32354" y="90062"/>
                </a:cubicBezTo>
                <a:lnTo>
                  <a:pt x="132820" y="90062"/>
                </a:lnTo>
                <a:cubicBezTo>
                  <a:pt x="140984" y="90062"/>
                  <a:pt x="147603" y="83443"/>
                  <a:pt x="147603" y="75278"/>
                </a:cubicBezTo>
                <a:lnTo>
                  <a:pt x="147603" y="73802"/>
                </a:lnTo>
                <a:lnTo>
                  <a:pt x="147603" y="73802"/>
                </a:lnTo>
                <a:close/>
                <a:moveTo>
                  <a:pt x="115990" y="60494"/>
                </a:moveTo>
                <a:lnTo>
                  <a:pt x="31612" y="60494"/>
                </a:lnTo>
                <a:cubicBezTo>
                  <a:pt x="37274" y="42587"/>
                  <a:pt x="54045" y="29568"/>
                  <a:pt x="73800" y="29568"/>
                </a:cubicBezTo>
                <a:cubicBezTo>
                  <a:pt x="93555" y="29568"/>
                  <a:pt x="110329" y="42587"/>
                  <a:pt x="115990" y="60494"/>
                </a:cubicBezTo>
                <a:lnTo>
                  <a:pt x="115990" y="60494"/>
                </a:lnTo>
                <a:close/>
              </a:path>
            </a:pathLst>
          </a:custGeom>
          <a:solidFill>
            <a:srgbClr val="FFFFFF"/>
          </a:solidFill>
          <a:ln w="51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12E50C1-A75F-44C6-BB69-C486BA716268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285199"/>
            <a:ext cx="10427633" cy="461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8F0D1D-E672-4397-A73E-75BD97842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Subline (optional)</a:t>
            </a:r>
          </a:p>
        </p:txBody>
      </p:sp>
      <p:sp>
        <p:nvSpPr>
          <p:cNvPr id="8" name="Chapter_titleonly">
            <a:extLst>
              <a:ext uri="{FF2B5EF4-FFF2-40B4-BE49-F238E27FC236}">
                <a16:creationId xmlns:a16="http://schemas.microsoft.com/office/drawing/2014/main" id="{E0989A26-A906-43E2-930C-7E873ABF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841749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orient="horz" pos="3719" userDrawn="1">
          <p15:clr>
            <a:srgbClr val="FBAE40"/>
          </p15:clr>
        </p15:guide>
        <p15:guide id="4" orient="horz" pos="126">
          <p15:clr>
            <a:srgbClr val="FBAE40"/>
          </p15:clr>
        </p15:guide>
        <p15:guide id="5" orient="horz" pos="670">
          <p15:clr>
            <a:srgbClr val="FBAE40"/>
          </p15:clr>
        </p15:guide>
        <p15:guide id="6" orient="horz" pos="801">
          <p15:clr>
            <a:srgbClr val="FBAE40"/>
          </p15:clr>
        </p15:guide>
        <p15:guide id="7" pos="3423" userDrawn="1">
          <p15:clr>
            <a:srgbClr val="FBAE40"/>
          </p15:clr>
        </p15:guide>
        <p15:guide id="8" pos="349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long headline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AS logo background">
            <a:extLst>
              <a:ext uri="{FF2B5EF4-FFF2-40B4-BE49-F238E27FC236}">
                <a16:creationId xmlns:a16="http://schemas.microsoft.com/office/drawing/2014/main" id="{A55D004C-76FE-2908-3877-EEFC5D00ADFA}"/>
              </a:ext>
            </a:extLst>
          </p:cNvPr>
          <p:cNvSpPr>
            <a:spLocks noSelect="1"/>
          </p:cNvSpPr>
          <p:nvPr userDrawn="1"/>
        </p:nvSpPr>
        <p:spPr>
          <a:xfrm>
            <a:off x="9990000" y="276225"/>
            <a:ext cx="979625" cy="287934"/>
          </a:xfrm>
          <a:custGeom>
            <a:avLst/>
            <a:gdLst>
              <a:gd name="connsiteX0" fmla="*/ 143967 w 979625"/>
              <a:gd name="connsiteY0" fmla="*/ 0 h 287934"/>
              <a:gd name="connsiteX1" fmla="*/ 979625 w 979625"/>
              <a:gd name="connsiteY1" fmla="*/ 0 h 287934"/>
              <a:gd name="connsiteX2" fmla="*/ 979625 w 979625"/>
              <a:gd name="connsiteY2" fmla="*/ 287934 h 287934"/>
              <a:gd name="connsiteX3" fmla="*/ 143967 w 979625"/>
              <a:gd name="connsiteY3" fmla="*/ 287934 h 287934"/>
              <a:gd name="connsiteX4" fmla="*/ 0 w 979625"/>
              <a:gd name="connsiteY4" fmla="*/ 143967 h 287934"/>
              <a:gd name="connsiteX5" fmla="*/ 143967 w 979625"/>
              <a:gd name="connsiteY5" fmla="*/ 0 h 287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9625" h="287934">
                <a:moveTo>
                  <a:pt x="143967" y="0"/>
                </a:moveTo>
                <a:lnTo>
                  <a:pt x="979625" y="0"/>
                </a:lnTo>
                <a:lnTo>
                  <a:pt x="979625" y="287934"/>
                </a:lnTo>
                <a:lnTo>
                  <a:pt x="143967" y="287934"/>
                </a:lnTo>
                <a:cubicBezTo>
                  <a:pt x="64456" y="287934"/>
                  <a:pt x="0" y="223478"/>
                  <a:pt x="0" y="143967"/>
                </a:cubicBezTo>
                <a:cubicBezTo>
                  <a:pt x="0" y="64456"/>
                  <a:pt x="64456" y="0"/>
                  <a:pt x="143967" y="0"/>
                </a:cubicBezTo>
                <a:close/>
              </a:path>
            </a:pathLst>
          </a:custGeom>
          <a:gradFill>
            <a:gsLst>
              <a:gs pos="100000">
                <a:srgbClr val="89037A"/>
              </a:gs>
              <a:gs pos="10000">
                <a:srgbClr val="164293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TAS logo">
            <a:extLst>
              <a:ext uri="{FF2B5EF4-FFF2-40B4-BE49-F238E27FC236}">
                <a16:creationId xmlns:a16="http://schemas.microsoft.com/office/drawing/2014/main" id="{9E8FED21-16E3-8DF2-73F7-990783B13175}"/>
              </a:ext>
            </a:extLst>
          </p:cNvPr>
          <p:cNvSpPr>
            <a:spLocks noSelect="1"/>
          </p:cNvSpPr>
          <p:nvPr userDrawn="1"/>
        </p:nvSpPr>
        <p:spPr>
          <a:xfrm>
            <a:off x="10116000" y="347292"/>
            <a:ext cx="581559" cy="147604"/>
          </a:xfrm>
          <a:custGeom>
            <a:avLst/>
            <a:gdLst>
              <a:gd name="connsiteX0" fmla="*/ 472507 w 581559"/>
              <a:gd name="connsiteY0" fmla="*/ 46506 h 147604"/>
              <a:gd name="connsiteX1" fmla="*/ 486392 w 581559"/>
              <a:gd name="connsiteY1" fmla="*/ 32519 h 147604"/>
              <a:gd name="connsiteX2" fmla="*/ 550624 w 581559"/>
              <a:gd name="connsiteY2" fmla="*/ 32519 h 147604"/>
              <a:gd name="connsiteX3" fmla="*/ 566777 w 581559"/>
              <a:gd name="connsiteY3" fmla="*/ 17736 h 147604"/>
              <a:gd name="connsiteX4" fmla="*/ 550624 w 581559"/>
              <a:gd name="connsiteY4" fmla="*/ 2954 h 147604"/>
              <a:gd name="connsiteX5" fmla="*/ 487676 w 581559"/>
              <a:gd name="connsiteY5" fmla="*/ 2952 h 147604"/>
              <a:gd name="connsiteX6" fmla="*/ 442939 w 581559"/>
              <a:gd name="connsiteY6" fmla="*/ 46506 h 147604"/>
              <a:gd name="connsiteX7" fmla="*/ 487676 w 581559"/>
              <a:gd name="connsiteY7" fmla="*/ 90060 h 147604"/>
              <a:gd name="connsiteX8" fmla="*/ 538106 w 581559"/>
              <a:gd name="connsiteY8" fmla="*/ 90060 h 147604"/>
              <a:gd name="connsiteX9" fmla="*/ 551994 w 581559"/>
              <a:gd name="connsiteY9" fmla="*/ 104047 h 147604"/>
              <a:gd name="connsiteX10" fmla="*/ 538106 w 581559"/>
              <a:gd name="connsiteY10" fmla="*/ 118034 h 147604"/>
              <a:gd name="connsiteX11" fmla="*/ 473876 w 581559"/>
              <a:gd name="connsiteY11" fmla="*/ 118039 h 147604"/>
              <a:gd name="connsiteX12" fmla="*/ 457722 w 581559"/>
              <a:gd name="connsiteY12" fmla="*/ 132821 h 147604"/>
              <a:gd name="connsiteX13" fmla="*/ 473876 w 581559"/>
              <a:gd name="connsiteY13" fmla="*/ 147604 h 147604"/>
              <a:gd name="connsiteX14" fmla="*/ 536825 w 581559"/>
              <a:gd name="connsiteY14" fmla="*/ 147601 h 147604"/>
              <a:gd name="connsiteX15" fmla="*/ 581560 w 581559"/>
              <a:gd name="connsiteY15" fmla="*/ 104047 h 147604"/>
              <a:gd name="connsiteX16" fmla="*/ 536825 w 581559"/>
              <a:gd name="connsiteY16" fmla="*/ 60493 h 147604"/>
              <a:gd name="connsiteX17" fmla="*/ 486392 w 581559"/>
              <a:gd name="connsiteY17" fmla="*/ 60493 h 147604"/>
              <a:gd name="connsiteX18" fmla="*/ 472507 w 581559"/>
              <a:gd name="connsiteY18" fmla="*/ 46506 h 147604"/>
              <a:gd name="connsiteX19" fmla="*/ 472507 w 581559"/>
              <a:gd name="connsiteY19" fmla="*/ 46506 h 147604"/>
              <a:gd name="connsiteX20" fmla="*/ 440512 w 581559"/>
              <a:gd name="connsiteY20" fmla="*/ 124204 h 147604"/>
              <a:gd name="connsiteX21" fmla="*/ 375437 w 581559"/>
              <a:gd name="connsiteY21" fmla="*/ 11489 h 147604"/>
              <a:gd name="connsiteX22" fmla="*/ 369116 w 581559"/>
              <a:gd name="connsiteY22" fmla="*/ 4900 h 147604"/>
              <a:gd name="connsiteX23" fmla="*/ 369108 w 581559"/>
              <a:gd name="connsiteY23" fmla="*/ 4890 h 147604"/>
              <a:gd name="connsiteX24" fmla="*/ 369040 w 581559"/>
              <a:gd name="connsiteY24" fmla="*/ 4855 h 147604"/>
              <a:gd name="connsiteX25" fmla="*/ 363613 w 581559"/>
              <a:gd name="connsiteY25" fmla="*/ 2996 h 147604"/>
              <a:gd name="connsiteX26" fmla="*/ 363511 w 581559"/>
              <a:gd name="connsiteY26" fmla="*/ 2983 h 147604"/>
              <a:gd name="connsiteX27" fmla="*/ 362422 w 581559"/>
              <a:gd name="connsiteY27" fmla="*/ 2898 h 147604"/>
              <a:gd name="connsiteX28" fmla="*/ 361833 w 581559"/>
              <a:gd name="connsiteY28" fmla="*/ 2883 h 147604"/>
              <a:gd name="connsiteX29" fmla="*/ 361244 w 581559"/>
              <a:gd name="connsiteY29" fmla="*/ 2898 h 147604"/>
              <a:gd name="connsiteX30" fmla="*/ 360155 w 581559"/>
              <a:gd name="connsiteY30" fmla="*/ 2983 h 147604"/>
              <a:gd name="connsiteX31" fmla="*/ 360053 w 581559"/>
              <a:gd name="connsiteY31" fmla="*/ 2996 h 147604"/>
              <a:gd name="connsiteX32" fmla="*/ 354626 w 581559"/>
              <a:gd name="connsiteY32" fmla="*/ 4855 h 147604"/>
              <a:gd name="connsiteX33" fmla="*/ 354558 w 581559"/>
              <a:gd name="connsiteY33" fmla="*/ 4890 h 147604"/>
              <a:gd name="connsiteX34" fmla="*/ 354550 w 581559"/>
              <a:gd name="connsiteY34" fmla="*/ 4900 h 147604"/>
              <a:gd name="connsiteX35" fmla="*/ 348229 w 581559"/>
              <a:gd name="connsiteY35" fmla="*/ 11489 h 147604"/>
              <a:gd name="connsiteX36" fmla="*/ 283154 w 581559"/>
              <a:gd name="connsiteY36" fmla="*/ 124204 h 147604"/>
              <a:gd name="connsiteX37" fmla="*/ 287879 w 581559"/>
              <a:gd name="connsiteY37" fmla="*/ 145585 h 147604"/>
              <a:gd name="connsiteX38" fmla="*/ 308758 w 581559"/>
              <a:gd name="connsiteY38" fmla="*/ 138986 h 147604"/>
              <a:gd name="connsiteX39" fmla="*/ 361833 w 581559"/>
              <a:gd name="connsiteY39" fmla="*/ 47057 h 147604"/>
              <a:gd name="connsiteX40" fmla="*/ 414908 w 581559"/>
              <a:gd name="connsiteY40" fmla="*/ 138986 h 147604"/>
              <a:gd name="connsiteX41" fmla="*/ 435787 w 581559"/>
              <a:gd name="connsiteY41" fmla="*/ 145585 h 147604"/>
              <a:gd name="connsiteX42" fmla="*/ 440512 w 581559"/>
              <a:gd name="connsiteY42" fmla="*/ 124204 h 147604"/>
              <a:gd name="connsiteX43" fmla="*/ 440512 w 581559"/>
              <a:gd name="connsiteY43" fmla="*/ 124204 h 147604"/>
              <a:gd name="connsiteX44" fmla="*/ 305728 w 581559"/>
              <a:gd name="connsiteY44" fmla="*/ 17737 h 147604"/>
              <a:gd name="connsiteX45" fmla="*/ 289574 w 581559"/>
              <a:gd name="connsiteY45" fmla="*/ 2954 h 147604"/>
              <a:gd name="connsiteX46" fmla="*/ 163756 w 581559"/>
              <a:gd name="connsiteY46" fmla="*/ 2954 h 147604"/>
              <a:gd name="connsiteX47" fmla="*/ 147602 w 581559"/>
              <a:gd name="connsiteY47" fmla="*/ 17737 h 147604"/>
              <a:gd name="connsiteX48" fmla="*/ 163756 w 581559"/>
              <a:gd name="connsiteY48" fmla="*/ 32520 h 147604"/>
              <a:gd name="connsiteX49" fmla="*/ 211890 w 581559"/>
              <a:gd name="connsiteY49" fmla="*/ 32520 h 147604"/>
              <a:gd name="connsiteX50" fmla="*/ 211891 w 581559"/>
              <a:gd name="connsiteY50" fmla="*/ 131450 h 147604"/>
              <a:gd name="connsiteX51" fmla="*/ 226673 w 581559"/>
              <a:gd name="connsiteY51" fmla="*/ 147604 h 147604"/>
              <a:gd name="connsiteX52" fmla="*/ 241456 w 581559"/>
              <a:gd name="connsiteY52" fmla="*/ 131450 h 147604"/>
              <a:gd name="connsiteX53" fmla="*/ 241457 w 581559"/>
              <a:gd name="connsiteY53" fmla="*/ 32520 h 147604"/>
              <a:gd name="connsiteX54" fmla="*/ 289574 w 581559"/>
              <a:gd name="connsiteY54" fmla="*/ 32520 h 147604"/>
              <a:gd name="connsiteX55" fmla="*/ 305728 w 581559"/>
              <a:gd name="connsiteY55" fmla="*/ 17737 h 147604"/>
              <a:gd name="connsiteX56" fmla="*/ 305728 w 581559"/>
              <a:gd name="connsiteY56" fmla="*/ 17737 h 147604"/>
              <a:gd name="connsiteX57" fmla="*/ 147603 w 581559"/>
              <a:gd name="connsiteY57" fmla="*/ 73802 h 147604"/>
              <a:gd name="connsiteX58" fmla="*/ 73800 w 581559"/>
              <a:gd name="connsiteY58" fmla="*/ 0 h 147604"/>
              <a:gd name="connsiteX59" fmla="*/ 0 w 581559"/>
              <a:gd name="connsiteY59" fmla="*/ 73802 h 147604"/>
              <a:gd name="connsiteX60" fmla="*/ 80218 w 581559"/>
              <a:gd name="connsiteY60" fmla="*/ 147604 h 147604"/>
              <a:gd name="connsiteX61" fmla="*/ 106710 w 581559"/>
              <a:gd name="connsiteY61" fmla="*/ 147604 h 147604"/>
              <a:gd name="connsiteX62" fmla="*/ 125431 w 581559"/>
              <a:gd name="connsiteY62" fmla="*/ 132821 h 147604"/>
              <a:gd name="connsiteX63" fmla="*/ 109278 w 581559"/>
              <a:gd name="connsiteY63" fmla="*/ 118039 h 147604"/>
              <a:gd name="connsiteX64" fmla="*/ 80218 w 581559"/>
              <a:gd name="connsiteY64" fmla="*/ 118038 h 147604"/>
              <a:gd name="connsiteX65" fmla="*/ 32354 w 581559"/>
              <a:gd name="connsiteY65" fmla="*/ 90062 h 147604"/>
              <a:gd name="connsiteX66" fmla="*/ 132820 w 581559"/>
              <a:gd name="connsiteY66" fmla="*/ 90062 h 147604"/>
              <a:gd name="connsiteX67" fmla="*/ 147603 w 581559"/>
              <a:gd name="connsiteY67" fmla="*/ 75278 h 147604"/>
              <a:gd name="connsiteX68" fmla="*/ 147603 w 581559"/>
              <a:gd name="connsiteY68" fmla="*/ 73802 h 147604"/>
              <a:gd name="connsiteX69" fmla="*/ 147603 w 581559"/>
              <a:gd name="connsiteY69" fmla="*/ 73802 h 147604"/>
              <a:gd name="connsiteX70" fmla="*/ 115990 w 581559"/>
              <a:gd name="connsiteY70" fmla="*/ 60494 h 147604"/>
              <a:gd name="connsiteX71" fmla="*/ 31612 w 581559"/>
              <a:gd name="connsiteY71" fmla="*/ 60494 h 147604"/>
              <a:gd name="connsiteX72" fmla="*/ 73800 w 581559"/>
              <a:gd name="connsiteY72" fmla="*/ 29568 h 147604"/>
              <a:gd name="connsiteX73" fmla="*/ 115990 w 581559"/>
              <a:gd name="connsiteY73" fmla="*/ 60494 h 147604"/>
              <a:gd name="connsiteX74" fmla="*/ 115990 w 581559"/>
              <a:gd name="connsiteY74" fmla="*/ 60494 h 14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81559" h="147604">
                <a:moveTo>
                  <a:pt x="472507" y="46506"/>
                </a:moveTo>
                <a:cubicBezTo>
                  <a:pt x="472507" y="38794"/>
                  <a:pt x="478736" y="32519"/>
                  <a:pt x="486392" y="32519"/>
                </a:cubicBezTo>
                <a:lnTo>
                  <a:pt x="550624" y="32519"/>
                </a:lnTo>
                <a:cubicBezTo>
                  <a:pt x="560575" y="32519"/>
                  <a:pt x="566777" y="25901"/>
                  <a:pt x="566777" y="17736"/>
                </a:cubicBezTo>
                <a:cubicBezTo>
                  <a:pt x="566777" y="9572"/>
                  <a:pt x="560575" y="2954"/>
                  <a:pt x="550624" y="2954"/>
                </a:cubicBezTo>
                <a:lnTo>
                  <a:pt x="487676" y="2952"/>
                </a:lnTo>
                <a:cubicBezTo>
                  <a:pt x="462218" y="2952"/>
                  <a:pt x="442939" y="22490"/>
                  <a:pt x="442939" y="46506"/>
                </a:cubicBezTo>
                <a:cubicBezTo>
                  <a:pt x="442939" y="70522"/>
                  <a:pt x="462218" y="90060"/>
                  <a:pt x="487676" y="90060"/>
                </a:cubicBezTo>
                <a:lnTo>
                  <a:pt x="538106" y="90060"/>
                </a:lnTo>
                <a:cubicBezTo>
                  <a:pt x="545761" y="90060"/>
                  <a:pt x="551994" y="96335"/>
                  <a:pt x="551994" y="104047"/>
                </a:cubicBezTo>
                <a:cubicBezTo>
                  <a:pt x="551994" y="111759"/>
                  <a:pt x="545761" y="118034"/>
                  <a:pt x="538106" y="118034"/>
                </a:cubicBezTo>
                <a:lnTo>
                  <a:pt x="473876" y="118039"/>
                </a:lnTo>
                <a:cubicBezTo>
                  <a:pt x="463926" y="118039"/>
                  <a:pt x="457722" y="124657"/>
                  <a:pt x="457722" y="132821"/>
                </a:cubicBezTo>
                <a:cubicBezTo>
                  <a:pt x="457722" y="140986"/>
                  <a:pt x="463926" y="147604"/>
                  <a:pt x="473876" y="147604"/>
                </a:cubicBezTo>
                <a:lnTo>
                  <a:pt x="536825" y="147601"/>
                </a:lnTo>
                <a:cubicBezTo>
                  <a:pt x="562278" y="147601"/>
                  <a:pt x="581560" y="128063"/>
                  <a:pt x="581560" y="104047"/>
                </a:cubicBezTo>
                <a:cubicBezTo>
                  <a:pt x="581560" y="80031"/>
                  <a:pt x="562278" y="60493"/>
                  <a:pt x="536825" y="60493"/>
                </a:cubicBezTo>
                <a:lnTo>
                  <a:pt x="486392" y="60493"/>
                </a:lnTo>
                <a:cubicBezTo>
                  <a:pt x="478736" y="60493"/>
                  <a:pt x="472507" y="54218"/>
                  <a:pt x="472507" y="46506"/>
                </a:cubicBezTo>
                <a:lnTo>
                  <a:pt x="472507" y="46506"/>
                </a:lnTo>
                <a:close/>
                <a:moveTo>
                  <a:pt x="440512" y="124204"/>
                </a:moveTo>
                <a:lnTo>
                  <a:pt x="375437" y="11489"/>
                </a:lnTo>
                <a:cubicBezTo>
                  <a:pt x="373716" y="8508"/>
                  <a:pt x="371528" y="6330"/>
                  <a:pt x="369116" y="4900"/>
                </a:cubicBezTo>
                <a:lnTo>
                  <a:pt x="369108" y="4890"/>
                </a:lnTo>
                <a:cubicBezTo>
                  <a:pt x="369085" y="4877"/>
                  <a:pt x="369062" y="4868"/>
                  <a:pt x="369040" y="4855"/>
                </a:cubicBezTo>
                <a:cubicBezTo>
                  <a:pt x="367317" y="3847"/>
                  <a:pt x="365482" y="3230"/>
                  <a:pt x="363613" y="2996"/>
                </a:cubicBezTo>
                <a:cubicBezTo>
                  <a:pt x="363579" y="2992"/>
                  <a:pt x="363545" y="2987"/>
                  <a:pt x="363511" y="2983"/>
                </a:cubicBezTo>
                <a:cubicBezTo>
                  <a:pt x="363149" y="2940"/>
                  <a:pt x="362786" y="2912"/>
                  <a:pt x="362422" y="2898"/>
                </a:cubicBezTo>
                <a:cubicBezTo>
                  <a:pt x="362225" y="2889"/>
                  <a:pt x="362029" y="2885"/>
                  <a:pt x="361833" y="2883"/>
                </a:cubicBezTo>
                <a:cubicBezTo>
                  <a:pt x="361636" y="2884"/>
                  <a:pt x="361440" y="2889"/>
                  <a:pt x="361244" y="2898"/>
                </a:cubicBezTo>
                <a:cubicBezTo>
                  <a:pt x="360880" y="2912"/>
                  <a:pt x="360517" y="2940"/>
                  <a:pt x="360155" y="2983"/>
                </a:cubicBezTo>
                <a:cubicBezTo>
                  <a:pt x="360121" y="2987"/>
                  <a:pt x="360087" y="2992"/>
                  <a:pt x="360053" y="2996"/>
                </a:cubicBezTo>
                <a:cubicBezTo>
                  <a:pt x="358184" y="3230"/>
                  <a:pt x="356349" y="3847"/>
                  <a:pt x="354626" y="4855"/>
                </a:cubicBezTo>
                <a:cubicBezTo>
                  <a:pt x="354604" y="4868"/>
                  <a:pt x="354580" y="4877"/>
                  <a:pt x="354558" y="4890"/>
                </a:cubicBezTo>
                <a:cubicBezTo>
                  <a:pt x="354558" y="4890"/>
                  <a:pt x="354551" y="4898"/>
                  <a:pt x="354550" y="4900"/>
                </a:cubicBezTo>
                <a:cubicBezTo>
                  <a:pt x="352138" y="6330"/>
                  <a:pt x="349950" y="8508"/>
                  <a:pt x="348229" y="11489"/>
                </a:cubicBezTo>
                <a:lnTo>
                  <a:pt x="283154" y="124204"/>
                </a:lnTo>
                <a:cubicBezTo>
                  <a:pt x="278179" y="132821"/>
                  <a:pt x="280808" y="141503"/>
                  <a:pt x="287879" y="145585"/>
                </a:cubicBezTo>
                <a:cubicBezTo>
                  <a:pt x="294949" y="149667"/>
                  <a:pt x="303783" y="147604"/>
                  <a:pt x="308758" y="138986"/>
                </a:cubicBezTo>
                <a:lnTo>
                  <a:pt x="361833" y="47057"/>
                </a:lnTo>
                <a:lnTo>
                  <a:pt x="414908" y="138986"/>
                </a:lnTo>
                <a:cubicBezTo>
                  <a:pt x="419883" y="147604"/>
                  <a:pt x="428717" y="149667"/>
                  <a:pt x="435787" y="145585"/>
                </a:cubicBezTo>
                <a:cubicBezTo>
                  <a:pt x="442858" y="141503"/>
                  <a:pt x="445488" y="132821"/>
                  <a:pt x="440512" y="124204"/>
                </a:cubicBezTo>
                <a:lnTo>
                  <a:pt x="440512" y="124204"/>
                </a:lnTo>
                <a:close/>
                <a:moveTo>
                  <a:pt x="305728" y="17737"/>
                </a:moveTo>
                <a:cubicBezTo>
                  <a:pt x="305728" y="9572"/>
                  <a:pt x="299524" y="2954"/>
                  <a:pt x="289574" y="2954"/>
                </a:cubicBezTo>
                <a:lnTo>
                  <a:pt x="163756" y="2954"/>
                </a:lnTo>
                <a:cubicBezTo>
                  <a:pt x="153805" y="2954"/>
                  <a:pt x="147602" y="9572"/>
                  <a:pt x="147602" y="17737"/>
                </a:cubicBezTo>
                <a:cubicBezTo>
                  <a:pt x="147602" y="25901"/>
                  <a:pt x="153805" y="32520"/>
                  <a:pt x="163756" y="32520"/>
                </a:cubicBezTo>
                <a:lnTo>
                  <a:pt x="211890" y="32520"/>
                </a:lnTo>
                <a:lnTo>
                  <a:pt x="211891" y="131450"/>
                </a:lnTo>
                <a:cubicBezTo>
                  <a:pt x="211891" y="141400"/>
                  <a:pt x="218509" y="147604"/>
                  <a:pt x="226673" y="147604"/>
                </a:cubicBezTo>
                <a:cubicBezTo>
                  <a:pt x="234838" y="147604"/>
                  <a:pt x="241456" y="141400"/>
                  <a:pt x="241456" y="131450"/>
                </a:cubicBezTo>
                <a:lnTo>
                  <a:pt x="241457" y="32520"/>
                </a:lnTo>
                <a:lnTo>
                  <a:pt x="289574" y="32520"/>
                </a:lnTo>
                <a:cubicBezTo>
                  <a:pt x="299524" y="32520"/>
                  <a:pt x="305728" y="25901"/>
                  <a:pt x="305728" y="17737"/>
                </a:cubicBezTo>
                <a:lnTo>
                  <a:pt x="305728" y="17737"/>
                </a:lnTo>
                <a:close/>
                <a:moveTo>
                  <a:pt x="147603" y="73802"/>
                </a:moveTo>
                <a:cubicBezTo>
                  <a:pt x="147603" y="33107"/>
                  <a:pt x="114496" y="0"/>
                  <a:pt x="73800" y="0"/>
                </a:cubicBezTo>
                <a:cubicBezTo>
                  <a:pt x="33105" y="0"/>
                  <a:pt x="0" y="33107"/>
                  <a:pt x="0" y="73802"/>
                </a:cubicBezTo>
                <a:cubicBezTo>
                  <a:pt x="0" y="117256"/>
                  <a:pt x="32987" y="147604"/>
                  <a:pt x="80218" y="147604"/>
                </a:cubicBezTo>
                <a:lnTo>
                  <a:pt x="106710" y="147604"/>
                </a:lnTo>
                <a:cubicBezTo>
                  <a:pt x="117856" y="147604"/>
                  <a:pt x="125431" y="141366"/>
                  <a:pt x="125431" y="132821"/>
                </a:cubicBezTo>
                <a:cubicBezTo>
                  <a:pt x="125431" y="124657"/>
                  <a:pt x="119227" y="118039"/>
                  <a:pt x="109278" y="118039"/>
                </a:cubicBezTo>
                <a:lnTo>
                  <a:pt x="80218" y="118038"/>
                </a:lnTo>
                <a:cubicBezTo>
                  <a:pt x="56213" y="118038"/>
                  <a:pt x="38835" y="107468"/>
                  <a:pt x="32354" y="90062"/>
                </a:cubicBezTo>
                <a:lnTo>
                  <a:pt x="132820" y="90062"/>
                </a:lnTo>
                <a:cubicBezTo>
                  <a:pt x="140984" y="90062"/>
                  <a:pt x="147603" y="83443"/>
                  <a:pt x="147603" y="75278"/>
                </a:cubicBezTo>
                <a:lnTo>
                  <a:pt x="147603" y="73802"/>
                </a:lnTo>
                <a:lnTo>
                  <a:pt x="147603" y="73802"/>
                </a:lnTo>
                <a:close/>
                <a:moveTo>
                  <a:pt x="115990" y="60494"/>
                </a:moveTo>
                <a:lnTo>
                  <a:pt x="31612" y="60494"/>
                </a:lnTo>
                <a:cubicBezTo>
                  <a:pt x="37274" y="42587"/>
                  <a:pt x="54045" y="29568"/>
                  <a:pt x="73800" y="29568"/>
                </a:cubicBezTo>
                <a:cubicBezTo>
                  <a:pt x="93555" y="29568"/>
                  <a:pt x="110329" y="42587"/>
                  <a:pt x="115990" y="60494"/>
                </a:cubicBezTo>
                <a:lnTo>
                  <a:pt x="115990" y="60494"/>
                </a:lnTo>
                <a:close/>
              </a:path>
            </a:pathLst>
          </a:custGeom>
          <a:solidFill>
            <a:srgbClr val="FFFFFF"/>
          </a:solidFill>
          <a:ln w="51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6E8E5790-A5CA-4244-B1BD-58F6C8FCDA35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717674"/>
            <a:ext cx="10428480" cy="418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560C3E-DFEB-4D14-8DF6-A412BB884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00" y="1141785"/>
            <a:ext cx="9154800" cy="359345"/>
          </a:xfrm>
        </p:spPr>
        <p:txBody>
          <a:bodyPr/>
          <a:lstStyle/>
          <a:p>
            <a:r>
              <a:rPr lang="en-US" noProof="1"/>
              <a:t>Subline (optional)</a:t>
            </a:r>
          </a:p>
        </p:txBody>
      </p:sp>
      <p:sp>
        <p:nvSpPr>
          <p:cNvPr id="6" name="Chapter_titleonly">
            <a:extLst>
              <a:ext uri="{FF2B5EF4-FFF2-40B4-BE49-F238E27FC236}">
                <a16:creationId xmlns:a16="http://schemas.microsoft.com/office/drawing/2014/main" id="{0819AD6F-E318-4BE8-AD29-3105CF876B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200" y="204788"/>
            <a:ext cx="9154800" cy="863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with two lines</a:t>
            </a:r>
          </a:p>
        </p:txBody>
      </p:sp>
    </p:spTree>
    <p:extLst>
      <p:ext uri="{BB962C8B-B14F-4D97-AF65-F5344CB8AC3E}">
        <p14:creationId xmlns:p14="http://schemas.microsoft.com/office/powerpoint/2010/main" val="3300535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26">
          <p15:clr>
            <a:srgbClr val="FBAE40"/>
          </p15:clr>
        </p15:guide>
        <p15:guide id="3" orient="horz" pos="1082">
          <p15:clr>
            <a:srgbClr val="FBAE40"/>
          </p15:clr>
        </p15:guide>
        <p15:guide id="4" pos="168">
          <p15:clr>
            <a:srgbClr val="FBAE40"/>
          </p15:clr>
        </p15:guide>
        <p15:guide id="5" pos="6744">
          <p15:clr>
            <a:srgbClr val="FBAE40"/>
          </p15:clr>
        </p15:guide>
        <p15:guide id="7" orient="horz" pos="946">
          <p15:clr>
            <a:srgbClr val="FBAE40"/>
          </p15:clr>
        </p15:guide>
        <p15:guide id="8" orient="horz" pos="3719" userDrawn="1">
          <p15:clr>
            <a:srgbClr val="FBAE40"/>
          </p15:clr>
        </p15:guide>
        <p15:guide id="9" pos="3492" userDrawn="1">
          <p15:clr>
            <a:srgbClr val="FBAE40"/>
          </p15:clr>
        </p15:guide>
        <p15:guide id="10" pos="3423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2 columns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TAS logo background">
            <a:extLst>
              <a:ext uri="{FF2B5EF4-FFF2-40B4-BE49-F238E27FC236}">
                <a16:creationId xmlns:a16="http://schemas.microsoft.com/office/drawing/2014/main" id="{9DCDB433-1588-DE56-D415-43B99D059F42}"/>
              </a:ext>
            </a:extLst>
          </p:cNvPr>
          <p:cNvSpPr>
            <a:spLocks noSelect="1"/>
          </p:cNvSpPr>
          <p:nvPr userDrawn="1"/>
        </p:nvSpPr>
        <p:spPr>
          <a:xfrm>
            <a:off x="9990000" y="276225"/>
            <a:ext cx="979625" cy="287934"/>
          </a:xfrm>
          <a:custGeom>
            <a:avLst/>
            <a:gdLst>
              <a:gd name="connsiteX0" fmla="*/ 143967 w 979625"/>
              <a:gd name="connsiteY0" fmla="*/ 0 h 287934"/>
              <a:gd name="connsiteX1" fmla="*/ 979625 w 979625"/>
              <a:gd name="connsiteY1" fmla="*/ 0 h 287934"/>
              <a:gd name="connsiteX2" fmla="*/ 979625 w 979625"/>
              <a:gd name="connsiteY2" fmla="*/ 287934 h 287934"/>
              <a:gd name="connsiteX3" fmla="*/ 143967 w 979625"/>
              <a:gd name="connsiteY3" fmla="*/ 287934 h 287934"/>
              <a:gd name="connsiteX4" fmla="*/ 0 w 979625"/>
              <a:gd name="connsiteY4" fmla="*/ 143967 h 287934"/>
              <a:gd name="connsiteX5" fmla="*/ 143967 w 979625"/>
              <a:gd name="connsiteY5" fmla="*/ 0 h 287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9625" h="287934">
                <a:moveTo>
                  <a:pt x="143967" y="0"/>
                </a:moveTo>
                <a:lnTo>
                  <a:pt x="979625" y="0"/>
                </a:lnTo>
                <a:lnTo>
                  <a:pt x="979625" y="287934"/>
                </a:lnTo>
                <a:lnTo>
                  <a:pt x="143967" y="287934"/>
                </a:lnTo>
                <a:cubicBezTo>
                  <a:pt x="64456" y="287934"/>
                  <a:pt x="0" y="223478"/>
                  <a:pt x="0" y="143967"/>
                </a:cubicBezTo>
                <a:cubicBezTo>
                  <a:pt x="0" y="64456"/>
                  <a:pt x="64456" y="0"/>
                  <a:pt x="143967" y="0"/>
                </a:cubicBezTo>
                <a:close/>
              </a:path>
            </a:pathLst>
          </a:custGeom>
          <a:gradFill>
            <a:gsLst>
              <a:gs pos="100000">
                <a:srgbClr val="89037A"/>
              </a:gs>
              <a:gs pos="10000">
                <a:srgbClr val="164293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TAS logo">
            <a:extLst>
              <a:ext uri="{FF2B5EF4-FFF2-40B4-BE49-F238E27FC236}">
                <a16:creationId xmlns:a16="http://schemas.microsoft.com/office/drawing/2014/main" id="{4267E0FB-6392-7829-194A-DFDA04235301}"/>
              </a:ext>
            </a:extLst>
          </p:cNvPr>
          <p:cNvSpPr>
            <a:spLocks noSelect="1"/>
          </p:cNvSpPr>
          <p:nvPr userDrawn="1"/>
        </p:nvSpPr>
        <p:spPr>
          <a:xfrm>
            <a:off x="10116000" y="347292"/>
            <a:ext cx="581559" cy="147604"/>
          </a:xfrm>
          <a:custGeom>
            <a:avLst/>
            <a:gdLst>
              <a:gd name="connsiteX0" fmla="*/ 472507 w 581559"/>
              <a:gd name="connsiteY0" fmla="*/ 46506 h 147604"/>
              <a:gd name="connsiteX1" fmla="*/ 486392 w 581559"/>
              <a:gd name="connsiteY1" fmla="*/ 32519 h 147604"/>
              <a:gd name="connsiteX2" fmla="*/ 550624 w 581559"/>
              <a:gd name="connsiteY2" fmla="*/ 32519 h 147604"/>
              <a:gd name="connsiteX3" fmla="*/ 566777 w 581559"/>
              <a:gd name="connsiteY3" fmla="*/ 17736 h 147604"/>
              <a:gd name="connsiteX4" fmla="*/ 550624 w 581559"/>
              <a:gd name="connsiteY4" fmla="*/ 2954 h 147604"/>
              <a:gd name="connsiteX5" fmla="*/ 487676 w 581559"/>
              <a:gd name="connsiteY5" fmla="*/ 2952 h 147604"/>
              <a:gd name="connsiteX6" fmla="*/ 442939 w 581559"/>
              <a:gd name="connsiteY6" fmla="*/ 46506 h 147604"/>
              <a:gd name="connsiteX7" fmla="*/ 487676 w 581559"/>
              <a:gd name="connsiteY7" fmla="*/ 90060 h 147604"/>
              <a:gd name="connsiteX8" fmla="*/ 538106 w 581559"/>
              <a:gd name="connsiteY8" fmla="*/ 90060 h 147604"/>
              <a:gd name="connsiteX9" fmla="*/ 551994 w 581559"/>
              <a:gd name="connsiteY9" fmla="*/ 104047 h 147604"/>
              <a:gd name="connsiteX10" fmla="*/ 538106 w 581559"/>
              <a:gd name="connsiteY10" fmla="*/ 118034 h 147604"/>
              <a:gd name="connsiteX11" fmla="*/ 473876 w 581559"/>
              <a:gd name="connsiteY11" fmla="*/ 118039 h 147604"/>
              <a:gd name="connsiteX12" fmla="*/ 457722 w 581559"/>
              <a:gd name="connsiteY12" fmla="*/ 132821 h 147604"/>
              <a:gd name="connsiteX13" fmla="*/ 473876 w 581559"/>
              <a:gd name="connsiteY13" fmla="*/ 147604 h 147604"/>
              <a:gd name="connsiteX14" fmla="*/ 536825 w 581559"/>
              <a:gd name="connsiteY14" fmla="*/ 147601 h 147604"/>
              <a:gd name="connsiteX15" fmla="*/ 581560 w 581559"/>
              <a:gd name="connsiteY15" fmla="*/ 104047 h 147604"/>
              <a:gd name="connsiteX16" fmla="*/ 536825 w 581559"/>
              <a:gd name="connsiteY16" fmla="*/ 60493 h 147604"/>
              <a:gd name="connsiteX17" fmla="*/ 486392 w 581559"/>
              <a:gd name="connsiteY17" fmla="*/ 60493 h 147604"/>
              <a:gd name="connsiteX18" fmla="*/ 472507 w 581559"/>
              <a:gd name="connsiteY18" fmla="*/ 46506 h 147604"/>
              <a:gd name="connsiteX19" fmla="*/ 472507 w 581559"/>
              <a:gd name="connsiteY19" fmla="*/ 46506 h 147604"/>
              <a:gd name="connsiteX20" fmla="*/ 440512 w 581559"/>
              <a:gd name="connsiteY20" fmla="*/ 124204 h 147604"/>
              <a:gd name="connsiteX21" fmla="*/ 375437 w 581559"/>
              <a:gd name="connsiteY21" fmla="*/ 11489 h 147604"/>
              <a:gd name="connsiteX22" fmla="*/ 369116 w 581559"/>
              <a:gd name="connsiteY22" fmla="*/ 4900 h 147604"/>
              <a:gd name="connsiteX23" fmla="*/ 369108 w 581559"/>
              <a:gd name="connsiteY23" fmla="*/ 4890 h 147604"/>
              <a:gd name="connsiteX24" fmla="*/ 369040 w 581559"/>
              <a:gd name="connsiteY24" fmla="*/ 4855 h 147604"/>
              <a:gd name="connsiteX25" fmla="*/ 363613 w 581559"/>
              <a:gd name="connsiteY25" fmla="*/ 2996 h 147604"/>
              <a:gd name="connsiteX26" fmla="*/ 363511 w 581559"/>
              <a:gd name="connsiteY26" fmla="*/ 2983 h 147604"/>
              <a:gd name="connsiteX27" fmla="*/ 362422 w 581559"/>
              <a:gd name="connsiteY27" fmla="*/ 2898 h 147604"/>
              <a:gd name="connsiteX28" fmla="*/ 361833 w 581559"/>
              <a:gd name="connsiteY28" fmla="*/ 2883 h 147604"/>
              <a:gd name="connsiteX29" fmla="*/ 361244 w 581559"/>
              <a:gd name="connsiteY29" fmla="*/ 2898 h 147604"/>
              <a:gd name="connsiteX30" fmla="*/ 360155 w 581559"/>
              <a:gd name="connsiteY30" fmla="*/ 2983 h 147604"/>
              <a:gd name="connsiteX31" fmla="*/ 360053 w 581559"/>
              <a:gd name="connsiteY31" fmla="*/ 2996 h 147604"/>
              <a:gd name="connsiteX32" fmla="*/ 354626 w 581559"/>
              <a:gd name="connsiteY32" fmla="*/ 4855 h 147604"/>
              <a:gd name="connsiteX33" fmla="*/ 354558 w 581559"/>
              <a:gd name="connsiteY33" fmla="*/ 4890 h 147604"/>
              <a:gd name="connsiteX34" fmla="*/ 354550 w 581559"/>
              <a:gd name="connsiteY34" fmla="*/ 4900 h 147604"/>
              <a:gd name="connsiteX35" fmla="*/ 348229 w 581559"/>
              <a:gd name="connsiteY35" fmla="*/ 11489 h 147604"/>
              <a:gd name="connsiteX36" fmla="*/ 283154 w 581559"/>
              <a:gd name="connsiteY36" fmla="*/ 124204 h 147604"/>
              <a:gd name="connsiteX37" fmla="*/ 287879 w 581559"/>
              <a:gd name="connsiteY37" fmla="*/ 145585 h 147604"/>
              <a:gd name="connsiteX38" fmla="*/ 308758 w 581559"/>
              <a:gd name="connsiteY38" fmla="*/ 138986 h 147604"/>
              <a:gd name="connsiteX39" fmla="*/ 361833 w 581559"/>
              <a:gd name="connsiteY39" fmla="*/ 47057 h 147604"/>
              <a:gd name="connsiteX40" fmla="*/ 414908 w 581559"/>
              <a:gd name="connsiteY40" fmla="*/ 138986 h 147604"/>
              <a:gd name="connsiteX41" fmla="*/ 435787 w 581559"/>
              <a:gd name="connsiteY41" fmla="*/ 145585 h 147604"/>
              <a:gd name="connsiteX42" fmla="*/ 440512 w 581559"/>
              <a:gd name="connsiteY42" fmla="*/ 124204 h 147604"/>
              <a:gd name="connsiteX43" fmla="*/ 440512 w 581559"/>
              <a:gd name="connsiteY43" fmla="*/ 124204 h 147604"/>
              <a:gd name="connsiteX44" fmla="*/ 305728 w 581559"/>
              <a:gd name="connsiteY44" fmla="*/ 17737 h 147604"/>
              <a:gd name="connsiteX45" fmla="*/ 289574 w 581559"/>
              <a:gd name="connsiteY45" fmla="*/ 2954 h 147604"/>
              <a:gd name="connsiteX46" fmla="*/ 163756 w 581559"/>
              <a:gd name="connsiteY46" fmla="*/ 2954 h 147604"/>
              <a:gd name="connsiteX47" fmla="*/ 147602 w 581559"/>
              <a:gd name="connsiteY47" fmla="*/ 17737 h 147604"/>
              <a:gd name="connsiteX48" fmla="*/ 163756 w 581559"/>
              <a:gd name="connsiteY48" fmla="*/ 32520 h 147604"/>
              <a:gd name="connsiteX49" fmla="*/ 211890 w 581559"/>
              <a:gd name="connsiteY49" fmla="*/ 32520 h 147604"/>
              <a:gd name="connsiteX50" fmla="*/ 211891 w 581559"/>
              <a:gd name="connsiteY50" fmla="*/ 131450 h 147604"/>
              <a:gd name="connsiteX51" fmla="*/ 226673 w 581559"/>
              <a:gd name="connsiteY51" fmla="*/ 147604 h 147604"/>
              <a:gd name="connsiteX52" fmla="*/ 241456 w 581559"/>
              <a:gd name="connsiteY52" fmla="*/ 131450 h 147604"/>
              <a:gd name="connsiteX53" fmla="*/ 241457 w 581559"/>
              <a:gd name="connsiteY53" fmla="*/ 32520 h 147604"/>
              <a:gd name="connsiteX54" fmla="*/ 289574 w 581559"/>
              <a:gd name="connsiteY54" fmla="*/ 32520 h 147604"/>
              <a:gd name="connsiteX55" fmla="*/ 305728 w 581559"/>
              <a:gd name="connsiteY55" fmla="*/ 17737 h 147604"/>
              <a:gd name="connsiteX56" fmla="*/ 305728 w 581559"/>
              <a:gd name="connsiteY56" fmla="*/ 17737 h 147604"/>
              <a:gd name="connsiteX57" fmla="*/ 147603 w 581559"/>
              <a:gd name="connsiteY57" fmla="*/ 73802 h 147604"/>
              <a:gd name="connsiteX58" fmla="*/ 73800 w 581559"/>
              <a:gd name="connsiteY58" fmla="*/ 0 h 147604"/>
              <a:gd name="connsiteX59" fmla="*/ 0 w 581559"/>
              <a:gd name="connsiteY59" fmla="*/ 73802 h 147604"/>
              <a:gd name="connsiteX60" fmla="*/ 80218 w 581559"/>
              <a:gd name="connsiteY60" fmla="*/ 147604 h 147604"/>
              <a:gd name="connsiteX61" fmla="*/ 106710 w 581559"/>
              <a:gd name="connsiteY61" fmla="*/ 147604 h 147604"/>
              <a:gd name="connsiteX62" fmla="*/ 125431 w 581559"/>
              <a:gd name="connsiteY62" fmla="*/ 132821 h 147604"/>
              <a:gd name="connsiteX63" fmla="*/ 109278 w 581559"/>
              <a:gd name="connsiteY63" fmla="*/ 118039 h 147604"/>
              <a:gd name="connsiteX64" fmla="*/ 80218 w 581559"/>
              <a:gd name="connsiteY64" fmla="*/ 118038 h 147604"/>
              <a:gd name="connsiteX65" fmla="*/ 32354 w 581559"/>
              <a:gd name="connsiteY65" fmla="*/ 90062 h 147604"/>
              <a:gd name="connsiteX66" fmla="*/ 132820 w 581559"/>
              <a:gd name="connsiteY66" fmla="*/ 90062 h 147604"/>
              <a:gd name="connsiteX67" fmla="*/ 147603 w 581559"/>
              <a:gd name="connsiteY67" fmla="*/ 75278 h 147604"/>
              <a:gd name="connsiteX68" fmla="*/ 147603 w 581559"/>
              <a:gd name="connsiteY68" fmla="*/ 73802 h 147604"/>
              <a:gd name="connsiteX69" fmla="*/ 147603 w 581559"/>
              <a:gd name="connsiteY69" fmla="*/ 73802 h 147604"/>
              <a:gd name="connsiteX70" fmla="*/ 115990 w 581559"/>
              <a:gd name="connsiteY70" fmla="*/ 60494 h 147604"/>
              <a:gd name="connsiteX71" fmla="*/ 31612 w 581559"/>
              <a:gd name="connsiteY71" fmla="*/ 60494 h 147604"/>
              <a:gd name="connsiteX72" fmla="*/ 73800 w 581559"/>
              <a:gd name="connsiteY72" fmla="*/ 29568 h 147604"/>
              <a:gd name="connsiteX73" fmla="*/ 115990 w 581559"/>
              <a:gd name="connsiteY73" fmla="*/ 60494 h 147604"/>
              <a:gd name="connsiteX74" fmla="*/ 115990 w 581559"/>
              <a:gd name="connsiteY74" fmla="*/ 60494 h 14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81559" h="147604">
                <a:moveTo>
                  <a:pt x="472507" y="46506"/>
                </a:moveTo>
                <a:cubicBezTo>
                  <a:pt x="472507" y="38794"/>
                  <a:pt x="478736" y="32519"/>
                  <a:pt x="486392" y="32519"/>
                </a:cubicBezTo>
                <a:lnTo>
                  <a:pt x="550624" y="32519"/>
                </a:lnTo>
                <a:cubicBezTo>
                  <a:pt x="560575" y="32519"/>
                  <a:pt x="566777" y="25901"/>
                  <a:pt x="566777" y="17736"/>
                </a:cubicBezTo>
                <a:cubicBezTo>
                  <a:pt x="566777" y="9572"/>
                  <a:pt x="560575" y="2954"/>
                  <a:pt x="550624" y="2954"/>
                </a:cubicBezTo>
                <a:lnTo>
                  <a:pt x="487676" y="2952"/>
                </a:lnTo>
                <a:cubicBezTo>
                  <a:pt x="462218" y="2952"/>
                  <a:pt x="442939" y="22490"/>
                  <a:pt x="442939" y="46506"/>
                </a:cubicBezTo>
                <a:cubicBezTo>
                  <a:pt x="442939" y="70522"/>
                  <a:pt x="462218" y="90060"/>
                  <a:pt x="487676" y="90060"/>
                </a:cubicBezTo>
                <a:lnTo>
                  <a:pt x="538106" y="90060"/>
                </a:lnTo>
                <a:cubicBezTo>
                  <a:pt x="545761" y="90060"/>
                  <a:pt x="551994" y="96335"/>
                  <a:pt x="551994" y="104047"/>
                </a:cubicBezTo>
                <a:cubicBezTo>
                  <a:pt x="551994" y="111759"/>
                  <a:pt x="545761" y="118034"/>
                  <a:pt x="538106" y="118034"/>
                </a:cubicBezTo>
                <a:lnTo>
                  <a:pt x="473876" y="118039"/>
                </a:lnTo>
                <a:cubicBezTo>
                  <a:pt x="463926" y="118039"/>
                  <a:pt x="457722" y="124657"/>
                  <a:pt x="457722" y="132821"/>
                </a:cubicBezTo>
                <a:cubicBezTo>
                  <a:pt x="457722" y="140986"/>
                  <a:pt x="463926" y="147604"/>
                  <a:pt x="473876" y="147604"/>
                </a:cubicBezTo>
                <a:lnTo>
                  <a:pt x="536825" y="147601"/>
                </a:lnTo>
                <a:cubicBezTo>
                  <a:pt x="562278" y="147601"/>
                  <a:pt x="581560" y="128063"/>
                  <a:pt x="581560" y="104047"/>
                </a:cubicBezTo>
                <a:cubicBezTo>
                  <a:pt x="581560" y="80031"/>
                  <a:pt x="562278" y="60493"/>
                  <a:pt x="536825" y="60493"/>
                </a:cubicBezTo>
                <a:lnTo>
                  <a:pt x="486392" y="60493"/>
                </a:lnTo>
                <a:cubicBezTo>
                  <a:pt x="478736" y="60493"/>
                  <a:pt x="472507" y="54218"/>
                  <a:pt x="472507" y="46506"/>
                </a:cubicBezTo>
                <a:lnTo>
                  <a:pt x="472507" y="46506"/>
                </a:lnTo>
                <a:close/>
                <a:moveTo>
                  <a:pt x="440512" y="124204"/>
                </a:moveTo>
                <a:lnTo>
                  <a:pt x="375437" y="11489"/>
                </a:lnTo>
                <a:cubicBezTo>
                  <a:pt x="373716" y="8508"/>
                  <a:pt x="371528" y="6330"/>
                  <a:pt x="369116" y="4900"/>
                </a:cubicBezTo>
                <a:lnTo>
                  <a:pt x="369108" y="4890"/>
                </a:lnTo>
                <a:cubicBezTo>
                  <a:pt x="369085" y="4877"/>
                  <a:pt x="369062" y="4868"/>
                  <a:pt x="369040" y="4855"/>
                </a:cubicBezTo>
                <a:cubicBezTo>
                  <a:pt x="367317" y="3847"/>
                  <a:pt x="365482" y="3230"/>
                  <a:pt x="363613" y="2996"/>
                </a:cubicBezTo>
                <a:cubicBezTo>
                  <a:pt x="363579" y="2992"/>
                  <a:pt x="363545" y="2987"/>
                  <a:pt x="363511" y="2983"/>
                </a:cubicBezTo>
                <a:cubicBezTo>
                  <a:pt x="363149" y="2940"/>
                  <a:pt x="362786" y="2912"/>
                  <a:pt x="362422" y="2898"/>
                </a:cubicBezTo>
                <a:cubicBezTo>
                  <a:pt x="362225" y="2889"/>
                  <a:pt x="362029" y="2885"/>
                  <a:pt x="361833" y="2883"/>
                </a:cubicBezTo>
                <a:cubicBezTo>
                  <a:pt x="361636" y="2884"/>
                  <a:pt x="361440" y="2889"/>
                  <a:pt x="361244" y="2898"/>
                </a:cubicBezTo>
                <a:cubicBezTo>
                  <a:pt x="360880" y="2912"/>
                  <a:pt x="360517" y="2940"/>
                  <a:pt x="360155" y="2983"/>
                </a:cubicBezTo>
                <a:cubicBezTo>
                  <a:pt x="360121" y="2987"/>
                  <a:pt x="360087" y="2992"/>
                  <a:pt x="360053" y="2996"/>
                </a:cubicBezTo>
                <a:cubicBezTo>
                  <a:pt x="358184" y="3230"/>
                  <a:pt x="356349" y="3847"/>
                  <a:pt x="354626" y="4855"/>
                </a:cubicBezTo>
                <a:cubicBezTo>
                  <a:pt x="354604" y="4868"/>
                  <a:pt x="354580" y="4877"/>
                  <a:pt x="354558" y="4890"/>
                </a:cubicBezTo>
                <a:cubicBezTo>
                  <a:pt x="354558" y="4890"/>
                  <a:pt x="354551" y="4898"/>
                  <a:pt x="354550" y="4900"/>
                </a:cubicBezTo>
                <a:cubicBezTo>
                  <a:pt x="352138" y="6330"/>
                  <a:pt x="349950" y="8508"/>
                  <a:pt x="348229" y="11489"/>
                </a:cubicBezTo>
                <a:lnTo>
                  <a:pt x="283154" y="124204"/>
                </a:lnTo>
                <a:cubicBezTo>
                  <a:pt x="278179" y="132821"/>
                  <a:pt x="280808" y="141503"/>
                  <a:pt x="287879" y="145585"/>
                </a:cubicBezTo>
                <a:cubicBezTo>
                  <a:pt x="294949" y="149667"/>
                  <a:pt x="303783" y="147604"/>
                  <a:pt x="308758" y="138986"/>
                </a:cubicBezTo>
                <a:lnTo>
                  <a:pt x="361833" y="47057"/>
                </a:lnTo>
                <a:lnTo>
                  <a:pt x="414908" y="138986"/>
                </a:lnTo>
                <a:cubicBezTo>
                  <a:pt x="419883" y="147604"/>
                  <a:pt x="428717" y="149667"/>
                  <a:pt x="435787" y="145585"/>
                </a:cubicBezTo>
                <a:cubicBezTo>
                  <a:pt x="442858" y="141503"/>
                  <a:pt x="445488" y="132821"/>
                  <a:pt x="440512" y="124204"/>
                </a:cubicBezTo>
                <a:lnTo>
                  <a:pt x="440512" y="124204"/>
                </a:lnTo>
                <a:close/>
                <a:moveTo>
                  <a:pt x="305728" y="17737"/>
                </a:moveTo>
                <a:cubicBezTo>
                  <a:pt x="305728" y="9572"/>
                  <a:pt x="299524" y="2954"/>
                  <a:pt x="289574" y="2954"/>
                </a:cubicBezTo>
                <a:lnTo>
                  <a:pt x="163756" y="2954"/>
                </a:lnTo>
                <a:cubicBezTo>
                  <a:pt x="153805" y="2954"/>
                  <a:pt x="147602" y="9572"/>
                  <a:pt x="147602" y="17737"/>
                </a:cubicBezTo>
                <a:cubicBezTo>
                  <a:pt x="147602" y="25901"/>
                  <a:pt x="153805" y="32520"/>
                  <a:pt x="163756" y="32520"/>
                </a:cubicBezTo>
                <a:lnTo>
                  <a:pt x="211890" y="32520"/>
                </a:lnTo>
                <a:lnTo>
                  <a:pt x="211891" y="131450"/>
                </a:lnTo>
                <a:cubicBezTo>
                  <a:pt x="211891" y="141400"/>
                  <a:pt x="218509" y="147604"/>
                  <a:pt x="226673" y="147604"/>
                </a:cubicBezTo>
                <a:cubicBezTo>
                  <a:pt x="234838" y="147604"/>
                  <a:pt x="241456" y="141400"/>
                  <a:pt x="241456" y="131450"/>
                </a:cubicBezTo>
                <a:lnTo>
                  <a:pt x="241457" y="32520"/>
                </a:lnTo>
                <a:lnTo>
                  <a:pt x="289574" y="32520"/>
                </a:lnTo>
                <a:cubicBezTo>
                  <a:pt x="299524" y="32520"/>
                  <a:pt x="305728" y="25901"/>
                  <a:pt x="305728" y="17737"/>
                </a:cubicBezTo>
                <a:lnTo>
                  <a:pt x="305728" y="17737"/>
                </a:lnTo>
                <a:close/>
                <a:moveTo>
                  <a:pt x="147603" y="73802"/>
                </a:moveTo>
                <a:cubicBezTo>
                  <a:pt x="147603" y="33107"/>
                  <a:pt x="114496" y="0"/>
                  <a:pt x="73800" y="0"/>
                </a:cubicBezTo>
                <a:cubicBezTo>
                  <a:pt x="33105" y="0"/>
                  <a:pt x="0" y="33107"/>
                  <a:pt x="0" y="73802"/>
                </a:cubicBezTo>
                <a:cubicBezTo>
                  <a:pt x="0" y="117256"/>
                  <a:pt x="32987" y="147604"/>
                  <a:pt x="80218" y="147604"/>
                </a:cubicBezTo>
                <a:lnTo>
                  <a:pt x="106710" y="147604"/>
                </a:lnTo>
                <a:cubicBezTo>
                  <a:pt x="117856" y="147604"/>
                  <a:pt x="125431" y="141366"/>
                  <a:pt x="125431" y="132821"/>
                </a:cubicBezTo>
                <a:cubicBezTo>
                  <a:pt x="125431" y="124657"/>
                  <a:pt x="119227" y="118039"/>
                  <a:pt x="109278" y="118039"/>
                </a:cubicBezTo>
                <a:lnTo>
                  <a:pt x="80218" y="118038"/>
                </a:lnTo>
                <a:cubicBezTo>
                  <a:pt x="56213" y="118038"/>
                  <a:pt x="38835" y="107468"/>
                  <a:pt x="32354" y="90062"/>
                </a:cubicBezTo>
                <a:lnTo>
                  <a:pt x="132820" y="90062"/>
                </a:lnTo>
                <a:cubicBezTo>
                  <a:pt x="140984" y="90062"/>
                  <a:pt x="147603" y="83443"/>
                  <a:pt x="147603" y="75278"/>
                </a:cubicBezTo>
                <a:lnTo>
                  <a:pt x="147603" y="73802"/>
                </a:lnTo>
                <a:lnTo>
                  <a:pt x="147603" y="73802"/>
                </a:lnTo>
                <a:close/>
                <a:moveTo>
                  <a:pt x="115990" y="60494"/>
                </a:moveTo>
                <a:lnTo>
                  <a:pt x="31612" y="60494"/>
                </a:lnTo>
                <a:cubicBezTo>
                  <a:pt x="37274" y="42587"/>
                  <a:pt x="54045" y="29568"/>
                  <a:pt x="73800" y="29568"/>
                </a:cubicBezTo>
                <a:cubicBezTo>
                  <a:pt x="93555" y="29568"/>
                  <a:pt x="110329" y="42587"/>
                  <a:pt x="115990" y="60494"/>
                </a:cubicBezTo>
                <a:lnTo>
                  <a:pt x="115990" y="60494"/>
                </a:lnTo>
                <a:close/>
              </a:path>
            </a:pathLst>
          </a:custGeom>
          <a:solidFill>
            <a:srgbClr val="FFFFFF"/>
          </a:solidFill>
          <a:ln w="51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9AB4C37-96CA-4B5E-93DB-1879107CFF63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5554800" y="1285199"/>
            <a:ext cx="5148000" cy="461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D39D0AF-38AC-4462-A7DC-DD4F4A3A456A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600" y="1285200"/>
            <a:ext cx="5148000" cy="461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3E9A2-6E98-4D89-8C56-7C37A876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7" name="Chapter_titleonly">
            <a:extLst>
              <a:ext uri="{FF2B5EF4-FFF2-40B4-BE49-F238E27FC236}">
                <a16:creationId xmlns:a16="http://schemas.microsoft.com/office/drawing/2014/main" id="{AC8CDF63-ECFB-4943-9998-6CC0808C87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661954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pos="3423">
          <p15:clr>
            <a:srgbClr val="FBAE40"/>
          </p15:clr>
        </p15:guide>
        <p15:guide id="4" pos="3493">
          <p15:clr>
            <a:srgbClr val="FBAE40"/>
          </p15:clr>
        </p15:guide>
        <p15:guide id="5" orient="horz" pos="3719" userDrawn="1">
          <p15:clr>
            <a:srgbClr val="FBAE40"/>
          </p15:clr>
        </p15:guide>
        <p15:guide id="6" orient="horz" pos="126">
          <p15:clr>
            <a:srgbClr val="FBAE40"/>
          </p15:clr>
        </p15:guide>
        <p15:guide id="7" orient="horz" pos="670">
          <p15:clr>
            <a:srgbClr val="FBAE40"/>
          </p15:clr>
        </p15:guide>
        <p15:guide id="8" orient="horz" pos="80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 columns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AS logo background">
            <a:extLst>
              <a:ext uri="{FF2B5EF4-FFF2-40B4-BE49-F238E27FC236}">
                <a16:creationId xmlns:a16="http://schemas.microsoft.com/office/drawing/2014/main" id="{864DD543-50BE-9988-8667-2A3E1C2B9F0A}"/>
              </a:ext>
            </a:extLst>
          </p:cNvPr>
          <p:cNvSpPr>
            <a:spLocks noSelect="1"/>
          </p:cNvSpPr>
          <p:nvPr userDrawn="1"/>
        </p:nvSpPr>
        <p:spPr>
          <a:xfrm>
            <a:off x="9990000" y="276225"/>
            <a:ext cx="979625" cy="287934"/>
          </a:xfrm>
          <a:custGeom>
            <a:avLst/>
            <a:gdLst>
              <a:gd name="connsiteX0" fmla="*/ 143967 w 979625"/>
              <a:gd name="connsiteY0" fmla="*/ 0 h 287934"/>
              <a:gd name="connsiteX1" fmla="*/ 979625 w 979625"/>
              <a:gd name="connsiteY1" fmla="*/ 0 h 287934"/>
              <a:gd name="connsiteX2" fmla="*/ 979625 w 979625"/>
              <a:gd name="connsiteY2" fmla="*/ 287934 h 287934"/>
              <a:gd name="connsiteX3" fmla="*/ 143967 w 979625"/>
              <a:gd name="connsiteY3" fmla="*/ 287934 h 287934"/>
              <a:gd name="connsiteX4" fmla="*/ 0 w 979625"/>
              <a:gd name="connsiteY4" fmla="*/ 143967 h 287934"/>
              <a:gd name="connsiteX5" fmla="*/ 143967 w 979625"/>
              <a:gd name="connsiteY5" fmla="*/ 0 h 287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9625" h="287934">
                <a:moveTo>
                  <a:pt x="143967" y="0"/>
                </a:moveTo>
                <a:lnTo>
                  <a:pt x="979625" y="0"/>
                </a:lnTo>
                <a:lnTo>
                  <a:pt x="979625" y="287934"/>
                </a:lnTo>
                <a:lnTo>
                  <a:pt x="143967" y="287934"/>
                </a:lnTo>
                <a:cubicBezTo>
                  <a:pt x="64456" y="287934"/>
                  <a:pt x="0" y="223478"/>
                  <a:pt x="0" y="143967"/>
                </a:cubicBezTo>
                <a:cubicBezTo>
                  <a:pt x="0" y="64456"/>
                  <a:pt x="64456" y="0"/>
                  <a:pt x="143967" y="0"/>
                </a:cubicBezTo>
                <a:close/>
              </a:path>
            </a:pathLst>
          </a:custGeom>
          <a:gradFill>
            <a:gsLst>
              <a:gs pos="100000">
                <a:srgbClr val="89037A"/>
              </a:gs>
              <a:gs pos="10000">
                <a:srgbClr val="164293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TAS logo">
            <a:extLst>
              <a:ext uri="{FF2B5EF4-FFF2-40B4-BE49-F238E27FC236}">
                <a16:creationId xmlns:a16="http://schemas.microsoft.com/office/drawing/2014/main" id="{3FA82A7C-09B0-1D11-3D30-60DAD2A8ADDD}"/>
              </a:ext>
            </a:extLst>
          </p:cNvPr>
          <p:cNvSpPr>
            <a:spLocks noSelect="1"/>
          </p:cNvSpPr>
          <p:nvPr userDrawn="1"/>
        </p:nvSpPr>
        <p:spPr>
          <a:xfrm>
            <a:off x="10116000" y="347292"/>
            <a:ext cx="581559" cy="147604"/>
          </a:xfrm>
          <a:custGeom>
            <a:avLst/>
            <a:gdLst>
              <a:gd name="connsiteX0" fmla="*/ 472507 w 581559"/>
              <a:gd name="connsiteY0" fmla="*/ 46506 h 147604"/>
              <a:gd name="connsiteX1" fmla="*/ 486392 w 581559"/>
              <a:gd name="connsiteY1" fmla="*/ 32519 h 147604"/>
              <a:gd name="connsiteX2" fmla="*/ 550624 w 581559"/>
              <a:gd name="connsiteY2" fmla="*/ 32519 h 147604"/>
              <a:gd name="connsiteX3" fmla="*/ 566777 w 581559"/>
              <a:gd name="connsiteY3" fmla="*/ 17736 h 147604"/>
              <a:gd name="connsiteX4" fmla="*/ 550624 w 581559"/>
              <a:gd name="connsiteY4" fmla="*/ 2954 h 147604"/>
              <a:gd name="connsiteX5" fmla="*/ 487676 w 581559"/>
              <a:gd name="connsiteY5" fmla="*/ 2952 h 147604"/>
              <a:gd name="connsiteX6" fmla="*/ 442939 w 581559"/>
              <a:gd name="connsiteY6" fmla="*/ 46506 h 147604"/>
              <a:gd name="connsiteX7" fmla="*/ 487676 w 581559"/>
              <a:gd name="connsiteY7" fmla="*/ 90060 h 147604"/>
              <a:gd name="connsiteX8" fmla="*/ 538106 w 581559"/>
              <a:gd name="connsiteY8" fmla="*/ 90060 h 147604"/>
              <a:gd name="connsiteX9" fmla="*/ 551994 w 581559"/>
              <a:gd name="connsiteY9" fmla="*/ 104047 h 147604"/>
              <a:gd name="connsiteX10" fmla="*/ 538106 w 581559"/>
              <a:gd name="connsiteY10" fmla="*/ 118034 h 147604"/>
              <a:gd name="connsiteX11" fmla="*/ 473876 w 581559"/>
              <a:gd name="connsiteY11" fmla="*/ 118039 h 147604"/>
              <a:gd name="connsiteX12" fmla="*/ 457722 w 581559"/>
              <a:gd name="connsiteY12" fmla="*/ 132821 h 147604"/>
              <a:gd name="connsiteX13" fmla="*/ 473876 w 581559"/>
              <a:gd name="connsiteY13" fmla="*/ 147604 h 147604"/>
              <a:gd name="connsiteX14" fmla="*/ 536825 w 581559"/>
              <a:gd name="connsiteY14" fmla="*/ 147601 h 147604"/>
              <a:gd name="connsiteX15" fmla="*/ 581560 w 581559"/>
              <a:gd name="connsiteY15" fmla="*/ 104047 h 147604"/>
              <a:gd name="connsiteX16" fmla="*/ 536825 w 581559"/>
              <a:gd name="connsiteY16" fmla="*/ 60493 h 147604"/>
              <a:gd name="connsiteX17" fmla="*/ 486392 w 581559"/>
              <a:gd name="connsiteY17" fmla="*/ 60493 h 147604"/>
              <a:gd name="connsiteX18" fmla="*/ 472507 w 581559"/>
              <a:gd name="connsiteY18" fmla="*/ 46506 h 147604"/>
              <a:gd name="connsiteX19" fmla="*/ 472507 w 581559"/>
              <a:gd name="connsiteY19" fmla="*/ 46506 h 147604"/>
              <a:gd name="connsiteX20" fmla="*/ 440512 w 581559"/>
              <a:gd name="connsiteY20" fmla="*/ 124204 h 147604"/>
              <a:gd name="connsiteX21" fmla="*/ 375437 w 581559"/>
              <a:gd name="connsiteY21" fmla="*/ 11489 h 147604"/>
              <a:gd name="connsiteX22" fmla="*/ 369116 w 581559"/>
              <a:gd name="connsiteY22" fmla="*/ 4900 h 147604"/>
              <a:gd name="connsiteX23" fmla="*/ 369108 w 581559"/>
              <a:gd name="connsiteY23" fmla="*/ 4890 h 147604"/>
              <a:gd name="connsiteX24" fmla="*/ 369040 w 581559"/>
              <a:gd name="connsiteY24" fmla="*/ 4855 h 147604"/>
              <a:gd name="connsiteX25" fmla="*/ 363613 w 581559"/>
              <a:gd name="connsiteY25" fmla="*/ 2996 h 147604"/>
              <a:gd name="connsiteX26" fmla="*/ 363511 w 581559"/>
              <a:gd name="connsiteY26" fmla="*/ 2983 h 147604"/>
              <a:gd name="connsiteX27" fmla="*/ 362422 w 581559"/>
              <a:gd name="connsiteY27" fmla="*/ 2898 h 147604"/>
              <a:gd name="connsiteX28" fmla="*/ 361833 w 581559"/>
              <a:gd name="connsiteY28" fmla="*/ 2883 h 147604"/>
              <a:gd name="connsiteX29" fmla="*/ 361244 w 581559"/>
              <a:gd name="connsiteY29" fmla="*/ 2898 h 147604"/>
              <a:gd name="connsiteX30" fmla="*/ 360155 w 581559"/>
              <a:gd name="connsiteY30" fmla="*/ 2983 h 147604"/>
              <a:gd name="connsiteX31" fmla="*/ 360053 w 581559"/>
              <a:gd name="connsiteY31" fmla="*/ 2996 h 147604"/>
              <a:gd name="connsiteX32" fmla="*/ 354626 w 581559"/>
              <a:gd name="connsiteY32" fmla="*/ 4855 h 147604"/>
              <a:gd name="connsiteX33" fmla="*/ 354558 w 581559"/>
              <a:gd name="connsiteY33" fmla="*/ 4890 h 147604"/>
              <a:gd name="connsiteX34" fmla="*/ 354550 w 581559"/>
              <a:gd name="connsiteY34" fmla="*/ 4900 h 147604"/>
              <a:gd name="connsiteX35" fmla="*/ 348229 w 581559"/>
              <a:gd name="connsiteY35" fmla="*/ 11489 h 147604"/>
              <a:gd name="connsiteX36" fmla="*/ 283154 w 581559"/>
              <a:gd name="connsiteY36" fmla="*/ 124204 h 147604"/>
              <a:gd name="connsiteX37" fmla="*/ 287879 w 581559"/>
              <a:gd name="connsiteY37" fmla="*/ 145585 h 147604"/>
              <a:gd name="connsiteX38" fmla="*/ 308758 w 581559"/>
              <a:gd name="connsiteY38" fmla="*/ 138986 h 147604"/>
              <a:gd name="connsiteX39" fmla="*/ 361833 w 581559"/>
              <a:gd name="connsiteY39" fmla="*/ 47057 h 147604"/>
              <a:gd name="connsiteX40" fmla="*/ 414908 w 581559"/>
              <a:gd name="connsiteY40" fmla="*/ 138986 h 147604"/>
              <a:gd name="connsiteX41" fmla="*/ 435787 w 581559"/>
              <a:gd name="connsiteY41" fmla="*/ 145585 h 147604"/>
              <a:gd name="connsiteX42" fmla="*/ 440512 w 581559"/>
              <a:gd name="connsiteY42" fmla="*/ 124204 h 147604"/>
              <a:gd name="connsiteX43" fmla="*/ 440512 w 581559"/>
              <a:gd name="connsiteY43" fmla="*/ 124204 h 147604"/>
              <a:gd name="connsiteX44" fmla="*/ 305728 w 581559"/>
              <a:gd name="connsiteY44" fmla="*/ 17737 h 147604"/>
              <a:gd name="connsiteX45" fmla="*/ 289574 w 581559"/>
              <a:gd name="connsiteY45" fmla="*/ 2954 h 147604"/>
              <a:gd name="connsiteX46" fmla="*/ 163756 w 581559"/>
              <a:gd name="connsiteY46" fmla="*/ 2954 h 147604"/>
              <a:gd name="connsiteX47" fmla="*/ 147602 w 581559"/>
              <a:gd name="connsiteY47" fmla="*/ 17737 h 147604"/>
              <a:gd name="connsiteX48" fmla="*/ 163756 w 581559"/>
              <a:gd name="connsiteY48" fmla="*/ 32520 h 147604"/>
              <a:gd name="connsiteX49" fmla="*/ 211890 w 581559"/>
              <a:gd name="connsiteY49" fmla="*/ 32520 h 147604"/>
              <a:gd name="connsiteX50" fmla="*/ 211891 w 581559"/>
              <a:gd name="connsiteY50" fmla="*/ 131450 h 147604"/>
              <a:gd name="connsiteX51" fmla="*/ 226673 w 581559"/>
              <a:gd name="connsiteY51" fmla="*/ 147604 h 147604"/>
              <a:gd name="connsiteX52" fmla="*/ 241456 w 581559"/>
              <a:gd name="connsiteY52" fmla="*/ 131450 h 147604"/>
              <a:gd name="connsiteX53" fmla="*/ 241457 w 581559"/>
              <a:gd name="connsiteY53" fmla="*/ 32520 h 147604"/>
              <a:gd name="connsiteX54" fmla="*/ 289574 w 581559"/>
              <a:gd name="connsiteY54" fmla="*/ 32520 h 147604"/>
              <a:gd name="connsiteX55" fmla="*/ 305728 w 581559"/>
              <a:gd name="connsiteY55" fmla="*/ 17737 h 147604"/>
              <a:gd name="connsiteX56" fmla="*/ 305728 w 581559"/>
              <a:gd name="connsiteY56" fmla="*/ 17737 h 147604"/>
              <a:gd name="connsiteX57" fmla="*/ 147603 w 581559"/>
              <a:gd name="connsiteY57" fmla="*/ 73802 h 147604"/>
              <a:gd name="connsiteX58" fmla="*/ 73800 w 581559"/>
              <a:gd name="connsiteY58" fmla="*/ 0 h 147604"/>
              <a:gd name="connsiteX59" fmla="*/ 0 w 581559"/>
              <a:gd name="connsiteY59" fmla="*/ 73802 h 147604"/>
              <a:gd name="connsiteX60" fmla="*/ 80218 w 581559"/>
              <a:gd name="connsiteY60" fmla="*/ 147604 h 147604"/>
              <a:gd name="connsiteX61" fmla="*/ 106710 w 581559"/>
              <a:gd name="connsiteY61" fmla="*/ 147604 h 147604"/>
              <a:gd name="connsiteX62" fmla="*/ 125431 w 581559"/>
              <a:gd name="connsiteY62" fmla="*/ 132821 h 147604"/>
              <a:gd name="connsiteX63" fmla="*/ 109278 w 581559"/>
              <a:gd name="connsiteY63" fmla="*/ 118039 h 147604"/>
              <a:gd name="connsiteX64" fmla="*/ 80218 w 581559"/>
              <a:gd name="connsiteY64" fmla="*/ 118038 h 147604"/>
              <a:gd name="connsiteX65" fmla="*/ 32354 w 581559"/>
              <a:gd name="connsiteY65" fmla="*/ 90062 h 147604"/>
              <a:gd name="connsiteX66" fmla="*/ 132820 w 581559"/>
              <a:gd name="connsiteY66" fmla="*/ 90062 h 147604"/>
              <a:gd name="connsiteX67" fmla="*/ 147603 w 581559"/>
              <a:gd name="connsiteY67" fmla="*/ 75278 h 147604"/>
              <a:gd name="connsiteX68" fmla="*/ 147603 w 581559"/>
              <a:gd name="connsiteY68" fmla="*/ 73802 h 147604"/>
              <a:gd name="connsiteX69" fmla="*/ 147603 w 581559"/>
              <a:gd name="connsiteY69" fmla="*/ 73802 h 147604"/>
              <a:gd name="connsiteX70" fmla="*/ 115990 w 581559"/>
              <a:gd name="connsiteY70" fmla="*/ 60494 h 147604"/>
              <a:gd name="connsiteX71" fmla="*/ 31612 w 581559"/>
              <a:gd name="connsiteY71" fmla="*/ 60494 h 147604"/>
              <a:gd name="connsiteX72" fmla="*/ 73800 w 581559"/>
              <a:gd name="connsiteY72" fmla="*/ 29568 h 147604"/>
              <a:gd name="connsiteX73" fmla="*/ 115990 w 581559"/>
              <a:gd name="connsiteY73" fmla="*/ 60494 h 147604"/>
              <a:gd name="connsiteX74" fmla="*/ 115990 w 581559"/>
              <a:gd name="connsiteY74" fmla="*/ 60494 h 14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81559" h="147604">
                <a:moveTo>
                  <a:pt x="472507" y="46506"/>
                </a:moveTo>
                <a:cubicBezTo>
                  <a:pt x="472507" y="38794"/>
                  <a:pt x="478736" y="32519"/>
                  <a:pt x="486392" y="32519"/>
                </a:cubicBezTo>
                <a:lnTo>
                  <a:pt x="550624" y="32519"/>
                </a:lnTo>
                <a:cubicBezTo>
                  <a:pt x="560575" y="32519"/>
                  <a:pt x="566777" y="25901"/>
                  <a:pt x="566777" y="17736"/>
                </a:cubicBezTo>
                <a:cubicBezTo>
                  <a:pt x="566777" y="9572"/>
                  <a:pt x="560575" y="2954"/>
                  <a:pt x="550624" y="2954"/>
                </a:cubicBezTo>
                <a:lnTo>
                  <a:pt x="487676" y="2952"/>
                </a:lnTo>
                <a:cubicBezTo>
                  <a:pt x="462218" y="2952"/>
                  <a:pt x="442939" y="22490"/>
                  <a:pt x="442939" y="46506"/>
                </a:cubicBezTo>
                <a:cubicBezTo>
                  <a:pt x="442939" y="70522"/>
                  <a:pt x="462218" y="90060"/>
                  <a:pt x="487676" y="90060"/>
                </a:cubicBezTo>
                <a:lnTo>
                  <a:pt x="538106" y="90060"/>
                </a:lnTo>
                <a:cubicBezTo>
                  <a:pt x="545761" y="90060"/>
                  <a:pt x="551994" y="96335"/>
                  <a:pt x="551994" y="104047"/>
                </a:cubicBezTo>
                <a:cubicBezTo>
                  <a:pt x="551994" y="111759"/>
                  <a:pt x="545761" y="118034"/>
                  <a:pt x="538106" y="118034"/>
                </a:cubicBezTo>
                <a:lnTo>
                  <a:pt x="473876" y="118039"/>
                </a:lnTo>
                <a:cubicBezTo>
                  <a:pt x="463926" y="118039"/>
                  <a:pt x="457722" y="124657"/>
                  <a:pt x="457722" y="132821"/>
                </a:cubicBezTo>
                <a:cubicBezTo>
                  <a:pt x="457722" y="140986"/>
                  <a:pt x="463926" y="147604"/>
                  <a:pt x="473876" y="147604"/>
                </a:cubicBezTo>
                <a:lnTo>
                  <a:pt x="536825" y="147601"/>
                </a:lnTo>
                <a:cubicBezTo>
                  <a:pt x="562278" y="147601"/>
                  <a:pt x="581560" y="128063"/>
                  <a:pt x="581560" y="104047"/>
                </a:cubicBezTo>
                <a:cubicBezTo>
                  <a:pt x="581560" y="80031"/>
                  <a:pt x="562278" y="60493"/>
                  <a:pt x="536825" y="60493"/>
                </a:cubicBezTo>
                <a:lnTo>
                  <a:pt x="486392" y="60493"/>
                </a:lnTo>
                <a:cubicBezTo>
                  <a:pt x="478736" y="60493"/>
                  <a:pt x="472507" y="54218"/>
                  <a:pt x="472507" y="46506"/>
                </a:cubicBezTo>
                <a:lnTo>
                  <a:pt x="472507" y="46506"/>
                </a:lnTo>
                <a:close/>
                <a:moveTo>
                  <a:pt x="440512" y="124204"/>
                </a:moveTo>
                <a:lnTo>
                  <a:pt x="375437" y="11489"/>
                </a:lnTo>
                <a:cubicBezTo>
                  <a:pt x="373716" y="8508"/>
                  <a:pt x="371528" y="6330"/>
                  <a:pt x="369116" y="4900"/>
                </a:cubicBezTo>
                <a:lnTo>
                  <a:pt x="369108" y="4890"/>
                </a:lnTo>
                <a:cubicBezTo>
                  <a:pt x="369085" y="4877"/>
                  <a:pt x="369062" y="4868"/>
                  <a:pt x="369040" y="4855"/>
                </a:cubicBezTo>
                <a:cubicBezTo>
                  <a:pt x="367317" y="3847"/>
                  <a:pt x="365482" y="3230"/>
                  <a:pt x="363613" y="2996"/>
                </a:cubicBezTo>
                <a:cubicBezTo>
                  <a:pt x="363579" y="2992"/>
                  <a:pt x="363545" y="2987"/>
                  <a:pt x="363511" y="2983"/>
                </a:cubicBezTo>
                <a:cubicBezTo>
                  <a:pt x="363149" y="2940"/>
                  <a:pt x="362786" y="2912"/>
                  <a:pt x="362422" y="2898"/>
                </a:cubicBezTo>
                <a:cubicBezTo>
                  <a:pt x="362225" y="2889"/>
                  <a:pt x="362029" y="2885"/>
                  <a:pt x="361833" y="2883"/>
                </a:cubicBezTo>
                <a:cubicBezTo>
                  <a:pt x="361636" y="2884"/>
                  <a:pt x="361440" y="2889"/>
                  <a:pt x="361244" y="2898"/>
                </a:cubicBezTo>
                <a:cubicBezTo>
                  <a:pt x="360880" y="2912"/>
                  <a:pt x="360517" y="2940"/>
                  <a:pt x="360155" y="2983"/>
                </a:cubicBezTo>
                <a:cubicBezTo>
                  <a:pt x="360121" y="2987"/>
                  <a:pt x="360087" y="2992"/>
                  <a:pt x="360053" y="2996"/>
                </a:cubicBezTo>
                <a:cubicBezTo>
                  <a:pt x="358184" y="3230"/>
                  <a:pt x="356349" y="3847"/>
                  <a:pt x="354626" y="4855"/>
                </a:cubicBezTo>
                <a:cubicBezTo>
                  <a:pt x="354604" y="4868"/>
                  <a:pt x="354580" y="4877"/>
                  <a:pt x="354558" y="4890"/>
                </a:cubicBezTo>
                <a:cubicBezTo>
                  <a:pt x="354558" y="4890"/>
                  <a:pt x="354551" y="4898"/>
                  <a:pt x="354550" y="4900"/>
                </a:cubicBezTo>
                <a:cubicBezTo>
                  <a:pt x="352138" y="6330"/>
                  <a:pt x="349950" y="8508"/>
                  <a:pt x="348229" y="11489"/>
                </a:cubicBezTo>
                <a:lnTo>
                  <a:pt x="283154" y="124204"/>
                </a:lnTo>
                <a:cubicBezTo>
                  <a:pt x="278179" y="132821"/>
                  <a:pt x="280808" y="141503"/>
                  <a:pt x="287879" y="145585"/>
                </a:cubicBezTo>
                <a:cubicBezTo>
                  <a:pt x="294949" y="149667"/>
                  <a:pt x="303783" y="147604"/>
                  <a:pt x="308758" y="138986"/>
                </a:cubicBezTo>
                <a:lnTo>
                  <a:pt x="361833" y="47057"/>
                </a:lnTo>
                <a:lnTo>
                  <a:pt x="414908" y="138986"/>
                </a:lnTo>
                <a:cubicBezTo>
                  <a:pt x="419883" y="147604"/>
                  <a:pt x="428717" y="149667"/>
                  <a:pt x="435787" y="145585"/>
                </a:cubicBezTo>
                <a:cubicBezTo>
                  <a:pt x="442858" y="141503"/>
                  <a:pt x="445488" y="132821"/>
                  <a:pt x="440512" y="124204"/>
                </a:cubicBezTo>
                <a:lnTo>
                  <a:pt x="440512" y="124204"/>
                </a:lnTo>
                <a:close/>
                <a:moveTo>
                  <a:pt x="305728" y="17737"/>
                </a:moveTo>
                <a:cubicBezTo>
                  <a:pt x="305728" y="9572"/>
                  <a:pt x="299524" y="2954"/>
                  <a:pt x="289574" y="2954"/>
                </a:cubicBezTo>
                <a:lnTo>
                  <a:pt x="163756" y="2954"/>
                </a:lnTo>
                <a:cubicBezTo>
                  <a:pt x="153805" y="2954"/>
                  <a:pt x="147602" y="9572"/>
                  <a:pt x="147602" y="17737"/>
                </a:cubicBezTo>
                <a:cubicBezTo>
                  <a:pt x="147602" y="25901"/>
                  <a:pt x="153805" y="32520"/>
                  <a:pt x="163756" y="32520"/>
                </a:cubicBezTo>
                <a:lnTo>
                  <a:pt x="211890" y="32520"/>
                </a:lnTo>
                <a:lnTo>
                  <a:pt x="211891" y="131450"/>
                </a:lnTo>
                <a:cubicBezTo>
                  <a:pt x="211891" y="141400"/>
                  <a:pt x="218509" y="147604"/>
                  <a:pt x="226673" y="147604"/>
                </a:cubicBezTo>
                <a:cubicBezTo>
                  <a:pt x="234838" y="147604"/>
                  <a:pt x="241456" y="141400"/>
                  <a:pt x="241456" y="131450"/>
                </a:cubicBezTo>
                <a:lnTo>
                  <a:pt x="241457" y="32520"/>
                </a:lnTo>
                <a:lnTo>
                  <a:pt x="289574" y="32520"/>
                </a:lnTo>
                <a:cubicBezTo>
                  <a:pt x="299524" y="32520"/>
                  <a:pt x="305728" y="25901"/>
                  <a:pt x="305728" y="17737"/>
                </a:cubicBezTo>
                <a:lnTo>
                  <a:pt x="305728" y="17737"/>
                </a:lnTo>
                <a:close/>
                <a:moveTo>
                  <a:pt x="147603" y="73802"/>
                </a:moveTo>
                <a:cubicBezTo>
                  <a:pt x="147603" y="33107"/>
                  <a:pt x="114496" y="0"/>
                  <a:pt x="73800" y="0"/>
                </a:cubicBezTo>
                <a:cubicBezTo>
                  <a:pt x="33105" y="0"/>
                  <a:pt x="0" y="33107"/>
                  <a:pt x="0" y="73802"/>
                </a:cubicBezTo>
                <a:cubicBezTo>
                  <a:pt x="0" y="117256"/>
                  <a:pt x="32987" y="147604"/>
                  <a:pt x="80218" y="147604"/>
                </a:cubicBezTo>
                <a:lnTo>
                  <a:pt x="106710" y="147604"/>
                </a:lnTo>
                <a:cubicBezTo>
                  <a:pt x="117856" y="147604"/>
                  <a:pt x="125431" y="141366"/>
                  <a:pt x="125431" y="132821"/>
                </a:cubicBezTo>
                <a:cubicBezTo>
                  <a:pt x="125431" y="124657"/>
                  <a:pt x="119227" y="118039"/>
                  <a:pt x="109278" y="118039"/>
                </a:cubicBezTo>
                <a:lnTo>
                  <a:pt x="80218" y="118038"/>
                </a:lnTo>
                <a:cubicBezTo>
                  <a:pt x="56213" y="118038"/>
                  <a:pt x="38835" y="107468"/>
                  <a:pt x="32354" y="90062"/>
                </a:cubicBezTo>
                <a:lnTo>
                  <a:pt x="132820" y="90062"/>
                </a:lnTo>
                <a:cubicBezTo>
                  <a:pt x="140984" y="90062"/>
                  <a:pt x="147603" y="83443"/>
                  <a:pt x="147603" y="75278"/>
                </a:cubicBezTo>
                <a:lnTo>
                  <a:pt x="147603" y="73802"/>
                </a:lnTo>
                <a:lnTo>
                  <a:pt x="147603" y="73802"/>
                </a:lnTo>
                <a:close/>
                <a:moveTo>
                  <a:pt x="115990" y="60494"/>
                </a:moveTo>
                <a:lnTo>
                  <a:pt x="31612" y="60494"/>
                </a:lnTo>
                <a:cubicBezTo>
                  <a:pt x="37274" y="42587"/>
                  <a:pt x="54045" y="29568"/>
                  <a:pt x="73800" y="29568"/>
                </a:cubicBezTo>
                <a:cubicBezTo>
                  <a:pt x="93555" y="29568"/>
                  <a:pt x="110329" y="42587"/>
                  <a:pt x="115990" y="60494"/>
                </a:cubicBezTo>
                <a:lnTo>
                  <a:pt x="115990" y="60494"/>
                </a:lnTo>
                <a:close/>
              </a:path>
            </a:pathLst>
          </a:custGeom>
          <a:solidFill>
            <a:srgbClr val="FFFFFF"/>
          </a:solidFill>
          <a:ln w="51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BA14D81-B286-4F95-9D12-8B9323FD033F}"/>
              </a:ext>
            </a:extLst>
          </p:cNvPr>
          <p:cNvSpPr>
            <a:spLocks noGrp="1"/>
          </p:cNvSpPr>
          <p:nvPr>
            <p:ph sz="quarter" idx="3" hasCustomPrompt="1"/>
          </p:nvPr>
        </p:nvSpPr>
        <p:spPr>
          <a:xfrm>
            <a:off x="7313739" y="1285199"/>
            <a:ext cx="3384000" cy="461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26C2A0-3C29-4633-83CC-40E0E3495BA1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3793670" y="1285198"/>
            <a:ext cx="3384000" cy="461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B0F874D-F7A6-421C-97F2-47F79D5FF1A8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73599" y="1285198"/>
            <a:ext cx="3384000" cy="461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E0D27A-5F71-4454-BC37-F7A765E382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8" name="Chapter_titleonly">
            <a:extLst>
              <a:ext uri="{FF2B5EF4-FFF2-40B4-BE49-F238E27FC236}">
                <a16:creationId xmlns:a16="http://schemas.microsoft.com/office/drawing/2014/main" id="{462D58E9-B2F9-4214-9A35-C9CCAF97F5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742537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23" userDrawn="1">
          <p15:clr>
            <a:srgbClr val="FBAE40"/>
          </p15:clr>
        </p15:guide>
        <p15:guide id="2" pos="3492" userDrawn="1">
          <p15:clr>
            <a:srgbClr val="FBAE40"/>
          </p15:clr>
        </p15:guide>
        <p15:guide id="5" orient="horz" pos="3719" userDrawn="1">
          <p15:clr>
            <a:srgbClr val="FBAE40"/>
          </p15:clr>
        </p15:guide>
        <p15:guide id="6" orient="horz" pos="126">
          <p15:clr>
            <a:srgbClr val="FBAE40"/>
          </p15:clr>
        </p15:guide>
        <p15:guide id="7" orient="horz" pos="670">
          <p15:clr>
            <a:srgbClr val="FBAE40"/>
          </p15:clr>
        </p15:guide>
        <p15:guide id="8" pos="169">
          <p15:clr>
            <a:srgbClr val="FBAE40"/>
          </p15:clr>
        </p15:guide>
        <p15:guide id="9" pos="6739">
          <p15:clr>
            <a:srgbClr val="FBAE40"/>
          </p15:clr>
        </p15:guide>
        <p15:guide id="10" orient="horz" pos="80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ly title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AS logo background">
            <a:extLst>
              <a:ext uri="{FF2B5EF4-FFF2-40B4-BE49-F238E27FC236}">
                <a16:creationId xmlns:a16="http://schemas.microsoft.com/office/drawing/2014/main" id="{85577B2C-BD5C-935B-ED1F-B049F21D1736}"/>
              </a:ext>
            </a:extLst>
          </p:cNvPr>
          <p:cNvSpPr>
            <a:spLocks noSelect="1"/>
          </p:cNvSpPr>
          <p:nvPr userDrawn="1"/>
        </p:nvSpPr>
        <p:spPr>
          <a:xfrm>
            <a:off x="9990000" y="276225"/>
            <a:ext cx="979625" cy="287934"/>
          </a:xfrm>
          <a:custGeom>
            <a:avLst/>
            <a:gdLst>
              <a:gd name="connsiteX0" fmla="*/ 143967 w 979625"/>
              <a:gd name="connsiteY0" fmla="*/ 0 h 287934"/>
              <a:gd name="connsiteX1" fmla="*/ 979625 w 979625"/>
              <a:gd name="connsiteY1" fmla="*/ 0 h 287934"/>
              <a:gd name="connsiteX2" fmla="*/ 979625 w 979625"/>
              <a:gd name="connsiteY2" fmla="*/ 287934 h 287934"/>
              <a:gd name="connsiteX3" fmla="*/ 143967 w 979625"/>
              <a:gd name="connsiteY3" fmla="*/ 287934 h 287934"/>
              <a:gd name="connsiteX4" fmla="*/ 0 w 979625"/>
              <a:gd name="connsiteY4" fmla="*/ 143967 h 287934"/>
              <a:gd name="connsiteX5" fmla="*/ 143967 w 979625"/>
              <a:gd name="connsiteY5" fmla="*/ 0 h 287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9625" h="287934">
                <a:moveTo>
                  <a:pt x="143967" y="0"/>
                </a:moveTo>
                <a:lnTo>
                  <a:pt x="979625" y="0"/>
                </a:lnTo>
                <a:lnTo>
                  <a:pt x="979625" y="287934"/>
                </a:lnTo>
                <a:lnTo>
                  <a:pt x="143967" y="287934"/>
                </a:lnTo>
                <a:cubicBezTo>
                  <a:pt x="64456" y="287934"/>
                  <a:pt x="0" y="223478"/>
                  <a:pt x="0" y="143967"/>
                </a:cubicBezTo>
                <a:cubicBezTo>
                  <a:pt x="0" y="64456"/>
                  <a:pt x="64456" y="0"/>
                  <a:pt x="143967" y="0"/>
                </a:cubicBezTo>
                <a:close/>
              </a:path>
            </a:pathLst>
          </a:custGeom>
          <a:gradFill>
            <a:gsLst>
              <a:gs pos="100000">
                <a:srgbClr val="89037A"/>
              </a:gs>
              <a:gs pos="10000">
                <a:srgbClr val="164293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ETAS logo">
            <a:extLst>
              <a:ext uri="{FF2B5EF4-FFF2-40B4-BE49-F238E27FC236}">
                <a16:creationId xmlns:a16="http://schemas.microsoft.com/office/drawing/2014/main" id="{4770D6E5-CD39-7979-464E-9743A79DF385}"/>
              </a:ext>
            </a:extLst>
          </p:cNvPr>
          <p:cNvSpPr>
            <a:spLocks noSelect="1"/>
          </p:cNvSpPr>
          <p:nvPr userDrawn="1"/>
        </p:nvSpPr>
        <p:spPr>
          <a:xfrm>
            <a:off x="10116000" y="347292"/>
            <a:ext cx="581559" cy="147604"/>
          </a:xfrm>
          <a:custGeom>
            <a:avLst/>
            <a:gdLst>
              <a:gd name="connsiteX0" fmla="*/ 472507 w 581559"/>
              <a:gd name="connsiteY0" fmla="*/ 46506 h 147604"/>
              <a:gd name="connsiteX1" fmla="*/ 486392 w 581559"/>
              <a:gd name="connsiteY1" fmla="*/ 32519 h 147604"/>
              <a:gd name="connsiteX2" fmla="*/ 550624 w 581559"/>
              <a:gd name="connsiteY2" fmla="*/ 32519 h 147604"/>
              <a:gd name="connsiteX3" fmla="*/ 566777 w 581559"/>
              <a:gd name="connsiteY3" fmla="*/ 17736 h 147604"/>
              <a:gd name="connsiteX4" fmla="*/ 550624 w 581559"/>
              <a:gd name="connsiteY4" fmla="*/ 2954 h 147604"/>
              <a:gd name="connsiteX5" fmla="*/ 487676 w 581559"/>
              <a:gd name="connsiteY5" fmla="*/ 2952 h 147604"/>
              <a:gd name="connsiteX6" fmla="*/ 442939 w 581559"/>
              <a:gd name="connsiteY6" fmla="*/ 46506 h 147604"/>
              <a:gd name="connsiteX7" fmla="*/ 487676 w 581559"/>
              <a:gd name="connsiteY7" fmla="*/ 90060 h 147604"/>
              <a:gd name="connsiteX8" fmla="*/ 538106 w 581559"/>
              <a:gd name="connsiteY8" fmla="*/ 90060 h 147604"/>
              <a:gd name="connsiteX9" fmla="*/ 551994 w 581559"/>
              <a:gd name="connsiteY9" fmla="*/ 104047 h 147604"/>
              <a:gd name="connsiteX10" fmla="*/ 538106 w 581559"/>
              <a:gd name="connsiteY10" fmla="*/ 118034 h 147604"/>
              <a:gd name="connsiteX11" fmla="*/ 473876 w 581559"/>
              <a:gd name="connsiteY11" fmla="*/ 118039 h 147604"/>
              <a:gd name="connsiteX12" fmla="*/ 457722 w 581559"/>
              <a:gd name="connsiteY12" fmla="*/ 132821 h 147604"/>
              <a:gd name="connsiteX13" fmla="*/ 473876 w 581559"/>
              <a:gd name="connsiteY13" fmla="*/ 147604 h 147604"/>
              <a:gd name="connsiteX14" fmla="*/ 536825 w 581559"/>
              <a:gd name="connsiteY14" fmla="*/ 147601 h 147604"/>
              <a:gd name="connsiteX15" fmla="*/ 581560 w 581559"/>
              <a:gd name="connsiteY15" fmla="*/ 104047 h 147604"/>
              <a:gd name="connsiteX16" fmla="*/ 536825 w 581559"/>
              <a:gd name="connsiteY16" fmla="*/ 60493 h 147604"/>
              <a:gd name="connsiteX17" fmla="*/ 486392 w 581559"/>
              <a:gd name="connsiteY17" fmla="*/ 60493 h 147604"/>
              <a:gd name="connsiteX18" fmla="*/ 472507 w 581559"/>
              <a:gd name="connsiteY18" fmla="*/ 46506 h 147604"/>
              <a:gd name="connsiteX19" fmla="*/ 472507 w 581559"/>
              <a:gd name="connsiteY19" fmla="*/ 46506 h 147604"/>
              <a:gd name="connsiteX20" fmla="*/ 440512 w 581559"/>
              <a:gd name="connsiteY20" fmla="*/ 124204 h 147604"/>
              <a:gd name="connsiteX21" fmla="*/ 375437 w 581559"/>
              <a:gd name="connsiteY21" fmla="*/ 11489 h 147604"/>
              <a:gd name="connsiteX22" fmla="*/ 369116 w 581559"/>
              <a:gd name="connsiteY22" fmla="*/ 4900 h 147604"/>
              <a:gd name="connsiteX23" fmla="*/ 369108 w 581559"/>
              <a:gd name="connsiteY23" fmla="*/ 4890 h 147604"/>
              <a:gd name="connsiteX24" fmla="*/ 369040 w 581559"/>
              <a:gd name="connsiteY24" fmla="*/ 4855 h 147604"/>
              <a:gd name="connsiteX25" fmla="*/ 363613 w 581559"/>
              <a:gd name="connsiteY25" fmla="*/ 2996 h 147604"/>
              <a:gd name="connsiteX26" fmla="*/ 363511 w 581559"/>
              <a:gd name="connsiteY26" fmla="*/ 2983 h 147604"/>
              <a:gd name="connsiteX27" fmla="*/ 362422 w 581559"/>
              <a:gd name="connsiteY27" fmla="*/ 2898 h 147604"/>
              <a:gd name="connsiteX28" fmla="*/ 361833 w 581559"/>
              <a:gd name="connsiteY28" fmla="*/ 2883 h 147604"/>
              <a:gd name="connsiteX29" fmla="*/ 361244 w 581559"/>
              <a:gd name="connsiteY29" fmla="*/ 2898 h 147604"/>
              <a:gd name="connsiteX30" fmla="*/ 360155 w 581559"/>
              <a:gd name="connsiteY30" fmla="*/ 2983 h 147604"/>
              <a:gd name="connsiteX31" fmla="*/ 360053 w 581559"/>
              <a:gd name="connsiteY31" fmla="*/ 2996 h 147604"/>
              <a:gd name="connsiteX32" fmla="*/ 354626 w 581559"/>
              <a:gd name="connsiteY32" fmla="*/ 4855 h 147604"/>
              <a:gd name="connsiteX33" fmla="*/ 354558 w 581559"/>
              <a:gd name="connsiteY33" fmla="*/ 4890 h 147604"/>
              <a:gd name="connsiteX34" fmla="*/ 354550 w 581559"/>
              <a:gd name="connsiteY34" fmla="*/ 4900 h 147604"/>
              <a:gd name="connsiteX35" fmla="*/ 348229 w 581559"/>
              <a:gd name="connsiteY35" fmla="*/ 11489 h 147604"/>
              <a:gd name="connsiteX36" fmla="*/ 283154 w 581559"/>
              <a:gd name="connsiteY36" fmla="*/ 124204 h 147604"/>
              <a:gd name="connsiteX37" fmla="*/ 287879 w 581559"/>
              <a:gd name="connsiteY37" fmla="*/ 145585 h 147604"/>
              <a:gd name="connsiteX38" fmla="*/ 308758 w 581559"/>
              <a:gd name="connsiteY38" fmla="*/ 138986 h 147604"/>
              <a:gd name="connsiteX39" fmla="*/ 361833 w 581559"/>
              <a:gd name="connsiteY39" fmla="*/ 47057 h 147604"/>
              <a:gd name="connsiteX40" fmla="*/ 414908 w 581559"/>
              <a:gd name="connsiteY40" fmla="*/ 138986 h 147604"/>
              <a:gd name="connsiteX41" fmla="*/ 435787 w 581559"/>
              <a:gd name="connsiteY41" fmla="*/ 145585 h 147604"/>
              <a:gd name="connsiteX42" fmla="*/ 440512 w 581559"/>
              <a:gd name="connsiteY42" fmla="*/ 124204 h 147604"/>
              <a:gd name="connsiteX43" fmla="*/ 440512 w 581559"/>
              <a:gd name="connsiteY43" fmla="*/ 124204 h 147604"/>
              <a:gd name="connsiteX44" fmla="*/ 305728 w 581559"/>
              <a:gd name="connsiteY44" fmla="*/ 17737 h 147604"/>
              <a:gd name="connsiteX45" fmla="*/ 289574 w 581559"/>
              <a:gd name="connsiteY45" fmla="*/ 2954 h 147604"/>
              <a:gd name="connsiteX46" fmla="*/ 163756 w 581559"/>
              <a:gd name="connsiteY46" fmla="*/ 2954 h 147604"/>
              <a:gd name="connsiteX47" fmla="*/ 147602 w 581559"/>
              <a:gd name="connsiteY47" fmla="*/ 17737 h 147604"/>
              <a:gd name="connsiteX48" fmla="*/ 163756 w 581559"/>
              <a:gd name="connsiteY48" fmla="*/ 32520 h 147604"/>
              <a:gd name="connsiteX49" fmla="*/ 211890 w 581559"/>
              <a:gd name="connsiteY49" fmla="*/ 32520 h 147604"/>
              <a:gd name="connsiteX50" fmla="*/ 211891 w 581559"/>
              <a:gd name="connsiteY50" fmla="*/ 131450 h 147604"/>
              <a:gd name="connsiteX51" fmla="*/ 226673 w 581559"/>
              <a:gd name="connsiteY51" fmla="*/ 147604 h 147604"/>
              <a:gd name="connsiteX52" fmla="*/ 241456 w 581559"/>
              <a:gd name="connsiteY52" fmla="*/ 131450 h 147604"/>
              <a:gd name="connsiteX53" fmla="*/ 241457 w 581559"/>
              <a:gd name="connsiteY53" fmla="*/ 32520 h 147604"/>
              <a:gd name="connsiteX54" fmla="*/ 289574 w 581559"/>
              <a:gd name="connsiteY54" fmla="*/ 32520 h 147604"/>
              <a:gd name="connsiteX55" fmla="*/ 305728 w 581559"/>
              <a:gd name="connsiteY55" fmla="*/ 17737 h 147604"/>
              <a:gd name="connsiteX56" fmla="*/ 305728 w 581559"/>
              <a:gd name="connsiteY56" fmla="*/ 17737 h 147604"/>
              <a:gd name="connsiteX57" fmla="*/ 147603 w 581559"/>
              <a:gd name="connsiteY57" fmla="*/ 73802 h 147604"/>
              <a:gd name="connsiteX58" fmla="*/ 73800 w 581559"/>
              <a:gd name="connsiteY58" fmla="*/ 0 h 147604"/>
              <a:gd name="connsiteX59" fmla="*/ 0 w 581559"/>
              <a:gd name="connsiteY59" fmla="*/ 73802 h 147604"/>
              <a:gd name="connsiteX60" fmla="*/ 80218 w 581559"/>
              <a:gd name="connsiteY60" fmla="*/ 147604 h 147604"/>
              <a:gd name="connsiteX61" fmla="*/ 106710 w 581559"/>
              <a:gd name="connsiteY61" fmla="*/ 147604 h 147604"/>
              <a:gd name="connsiteX62" fmla="*/ 125431 w 581559"/>
              <a:gd name="connsiteY62" fmla="*/ 132821 h 147604"/>
              <a:gd name="connsiteX63" fmla="*/ 109278 w 581559"/>
              <a:gd name="connsiteY63" fmla="*/ 118039 h 147604"/>
              <a:gd name="connsiteX64" fmla="*/ 80218 w 581559"/>
              <a:gd name="connsiteY64" fmla="*/ 118038 h 147604"/>
              <a:gd name="connsiteX65" fmla="*/ 32354 w 581559"/>
              <a:gd name="connsiteY65" fmla="*/ 90062 h 147604"/>
              <a:gd name="connsiteX66" fmla="*/ 132820 w 581559"/>
              <a:gd name="connsiteY66" fmla="*/ 90062 h 147604"/>
              <a:gd name="connsiteX67" fmla="*/ 147603 w 581559"/>
              <a:gd name="connsiteY67" fmla="*/ 75278 h 147604"/>
              <a:gd name="connsiteX68" fmla="*/ 147603 w 581559"/>
              <a:gd name="connsiteY68" fmla="*/ 73802 h 147604"/>
              <a:gd name="connsiteX69" fmla="*/ 147603 w 581559"/>
              <a:gd name="connsiteY69" fmla="*/ 73802 h 147604"/>
              <a:gd name="connsiteX70" fmla="*/ 115990 w 581559"/>
              <a:gd name="connsiteY70" fmla="*/ 60494 h 147604"/>
              <a:gd name="connsiteX71" fmla="*/ 31612 w 581559"/>
              <a:gd name="connsiteY71" fmla="*/ 60494 h 147604"/>
              <a:gd name="connsiteX72" fmla="*/ 73800 w 581559"/>
              <a:gd name="connsiteY72" fmla="*/ 29568 h 147604"/>
              <a:gd name="connsiteX73" fmla="*/ 115990 w 581559"/>
              <a:gd name="connsiteY73" fmla="*/ 60494 h 147604"/>
              <a:gd name="connsiteX74" fmla="*/ 115990 w 581559"/>
              <a:gd name="connsiteY74" fmla="*/ 60494 h 14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81559" h="147604">
                <a:moveTo>
                  <a:pt x="472507" y="46506"/>
                </a:moveTo>
                <a:cubicBezTo>
                  <a:pt x="472507" y="38794"/>
                  <a:pt x="478736" y="32519"/>
                  <a:pt x="486392" y="32519"/>
                </a:cubicBezTo>
                <a:lnTo>
                  <a:pt x="550624" y="32519"/>
                </a:lnTo>
                <a:cubicBezTo>
                  <a:pt x="560575" y="32519"/>
                  <a:pt x="566777" y="25901"/>
                  <a:pt x="566777" y="17736"/>
                </a:cubicBezTo>
                <a:cubicBezTo>
                  <a:pt x="566777" y="9572"/>
                  <a:pt x="560575" y="2954"/>
                  <a:pt x="550624" y="2954"/>
                </a:cubicBezTo>
                <a:lnTo>
                  <a:pt x="487676" y="2952"/>
                </a:lnTo>
                <a:cubicBezTo>
                  <a:pt x="462218" y="2952"/>
                  <a:pt x="442939" y="22490"/>
                  <a:pt x="442939" y="46506"/>
                </a:cubicBezTo>
                <a:cubicBezTo>
                  <a:pt x="442939" y="70522"/>
                  <a:pt x="462218" y="90060"/>
                  <a:pt x="487676" y="90060"/>
                </a:cubicBezTo>
                <a:lnTo>
                  <a:pt x="538106" y="90060"/>
                </a:lnTo>
                <a:cubicBezTo>
                  <a:pt x="545761" y="90060"/>
                  <a:pt x="551994" y="96335"/>
                  <a:pt x="551994" y="104047"/>
                </a:cubicBezTo>
                <a:cubicBezTo>
                  <a:pt x="551994" y="111759"/>
                  <a:pt x="545761" y="118034"/>
                  <a:pt x="538106" y="118034"/>
                </a:cubicBezTo>
                <a:lnTo>
                  <a:pt x="473876" y="118039"/>
                </a:lnTo>
                <a:cubicBezTo>
                  <a:pt x="463926" y="118039"/>
                  <a:pt x="457722" y="124657"/>
                  <a:pt x="457722" y="132821"/>
                </a:cubicBezTo>
                <a:cubicBezTo>
                  <a:pt x="457722" y="140986"/>
                  <a:pt x="463926" y="147604"/>
                  <a:pt x="473876" y="147604"/>
                </a:cubicBezTo>
                <a:lnTo>
                  <a:pt x="536825" y="147601"/>
                </a:lnTo>
                <a:cubicBezTo>
                  <a:pt x="562278" y="147601"/>
                  <a:pt x="581560" y="128063"/>
                  <a:pt x="581560" y="104047"/>
                </a:cubicBezTo>
                <a:cubicBezTo>
                  <a:pt x="581560" y="80031"/>
                  <a:pt x="562278" y="60493"/>
                  <a:pt x="536825" y="60493"/>
                </a:cubicBezTo>
                <a:lnTo>
                  <a:pt x="486392" y="60493"/>
                </a:lnTo>
                <a:cubicBezTo>
                  <a:pt x="478736" y="60493"/>
                  <a:pt x="472507" y="54218"/>
                  <a:pt x="472507" y="46506"/>
                </a:cubicBezTo>
                <a:lnTo>
                  <a:pt x="472507" y="46506"/>
                </a:lnTo>
                <a:close/>
                <a:moveTo>
                  <a:pt x="440512" y="124204"/>
                </a:moveTo>
                <a:lnTo>
                  <a:pt x="375437" y="11489"/>
                </a:lnTo>
                <a:cubicBezTo>
                  <a:pt x="373716" y="8508"/>
                  <a:pt x="371528" y="6330"/>
                  <a:pt x="369116" y="4900"/>
                </a:cubicBezTo>
                <a:lnTo>
                  <a:pt x="369108" y="4890"/>
                </a:lnTo>
                <a:cubicBezTo>
                  <a:pt x="369085" y="4877"/>
                  <a:pt x="369062" y="4868"/>
                  <a:pt x="369040" y="4855"/>
                </a:cubicBezTo>
                <a:cubicBezTo>
                  <a:pt x="367317" y="3847"/>
                  <a:pt x="365482" y="3230"/>
                  <a:pt x="363613" y="2996"/>
                </a:cubicBezTo>
                <a:cubicBezTo>
                  <a:pt x="363579" y="2992"/>
                  <a:pt x="363545" y="2987"/>
                  <a:pt x="363511" y="2983"/>
                </a:cubicBezTo>
                <a:cubicBezTo>
                  <a:pt x="363149" y="2940"/>
                  <a:pt x="362786" y="2912"/>
                  <a:pt x="362422" y="2898"/>
                </a:cubicBezTo>
                <a:cubicBezTo>
                  <a:pt x="362225" y="2889"/>
                  <a:pt x="362029" y="2885"/>
                  <a:pt x="361833" y="2883"/>
                </a:cubicBezTo>
                <a:cubicBezTo>
                  <a:pt x="361636" y="2884"/>
                  <a:pt x="361440" y="2889"/>
                  <a:pt x="361244" y="2898"/>
                </a:cubicBezTo>
                <a:cubicBezTo>
                  <a:pt x="360880" y="2912"/>
                  <a:pt x="360517" y="2940"/>
                  <a:pt x="360155" y="2983"/>
                </a:cubicBezTo>
                <a:cubicBezTo>
                  <a:pt x="360121" y="2987"/>
                  <a:pt x="360087" y="2992"/>
                  <a:pt x="360053" y="2996"/>
                </a:cubicBezTo>
                <a:cubicBezTo>
                  <a:pt x="358184" y="3230"/>
                  <a:pt x="356349" y="3847"/>
                  <a:pt x="354626" y="4855"/>
                </a:cubicBezTo>
                <a:cubicBezTo>
                  <a:pt x="354604" y="4868"/>
                  <a:pt x="354580" y="4877"/>
                  <a:pt x="354558" y="4890"/>
                </a:cubicBezTo>
                <a:cubicBezTo>
                  <a:pt x="354558" y="4890"/>
                  <a:pt x="354551" y="4898"/>
                  <a:pt x="354550" y="4900"/>
                </a:cubicBezTo>
                <a:cubicBezTo>
                  <a:pt x="352138" y="6330"/>
                  <a:pt x="349950" y="8508"/>
                  <a:pt x="348229" y="11489"/>
                </a:cubicBezTo>
                <a:lnTo>
                  <a:pt x="283154" y="124204"/>
                </a:lnTo>
                <a:cubicBezTo>
                  <a:pt x="278179" y="132821"/>
                  <a:pt x="280808" y="141503"/>
                  <a:pt x="287879" y="145585"/>
                </a:cubicBezTo>
                <a:cubicBezTo>
                  <a:pt x="294949" y="149667"/>
                  <a:pt x="303783" y="147604"/>
                  <a:pt x="308758" y="138986"/>
                </a:cubicBezTo>
                <a:lnTo>
                  <a:pt x="361833" y="47057"/>
                </a:lnTo>
                <a:lnTo>
                  <a:pt x="414908" y="138986"/>
                </a:lnTo>
                <a:cubicBezTo>
                  <a:pt x="419883" y="147604"/>
                  <a:pt x="428717" y="149667"/>
                  <a:pt x="435787" y="145585"/>
                </a:cubicBezTo>
                <a:cubicBezTo>
                  <a:pt x="442858" y="141503"/>
                  <a:pt x="445488" y="132821"/>
                  <a:pt x="440512" y="124204"/>
                </a:cubicBezTo>
                <a:lnTo>
                  <a:pt x="440512" y="124204"/>
                </a:lnTo>
                <a:close/>
                <a:moveTo>
                  <a:pt x="305728" y="17737"/>
                </a:moveTo>
                <a:cubicBezTo>
                  <a:pt x="305728" y="9572"/>
                  <a:pt x="299524" y="2954"/>
                  <a:pt x="289574" y="2954"/>
                </a:cubicBezTo>
                <a:lnTo>
                  <a:pt x="163756" y="2954"/>
                </a:lnTo>
                <a:cubicBezTo>
                  <a:pt x="153805" y="2954"/>
                  <a:pt x="147602" y="9572"/>
                  <a:pt x="147602" y="17737"/>
                </a:cubicBezTo>
                <a:cubicBezTo>
                  <a:pt x="147602" y="25901"/>
                  <a:pt x="153805" y="32520"/>
                  <a:pt x="163756" y="32520"/>
                </a:cubicBezTo>
                <a:lnTo>
                  <a:pt x="211890" y="32520"/>
                </a:lnTo>
                <a:lnTo>
                  <a:pt x="211891" y="131450"/>
                </a:lnTo>
                <a:cubicBezTo>
                  <a:pt x="211891" y="141400"/>
                  <a:pt x="218509" y="147604"/>
                  <a:pt x="226673" y="147604"/>
                </a:cubicBezTo>
                <a:cubicBezTo>
                  <a:pt x="234838" y="147604"/>
                  <a:pt x="241456" y="141400"/>
                  <a:pt x="241456" y="131450"/>
                </a:cubicBezTo>
                <a:lnTo>
                  <a:pt x="241457" y="32520"/>
                </a:lnTo>
                <a:lnTo>
                  <a:pt x="289574" y="32520"/>
                </a:lnTo>
                <a:cubicBezTo>
                  <a:pt x="299524" y="32520"/>
                  <a:pt x="305728" y="25901"/>
                  <a:pt x="305728" y="17737"/>
                </a:cubicBezTo>
                <a:lnTo>
                  <a:pt x="305728" y="17737"/>
                </a:lnTo>
                <a:close/>
                <a:moveTo>
                  <a:pt x="147603" y="73802"/>
                </a:moveTo>
                <a:cubicBezTo>
                  <a:pt x="147603" y="33107"/>
                  <a:pt x="114496" y="0"/>
                  <a:pt x="73800" y="0"/>
                </a:cubicBezTo>
                <a:cubicBezTo>
                  <a:pt x="33105" y="0"/>
                  <a:pt x="0" y="33107"/>
                  <a:pt x="0" y="73802"/>
                </a:cubicBezTo>
                <a:cubicBezTo>
                  <a:pt x="0" y="117256"/>
                  <a:pt x="32987" y="147604"/>
                  <a:pt x="80218" y="147604"/>
                </a:cubicBezTo>
                <a:lnTo>
                  <a:pt x="106710" y="147604"/>
                </a:lnTo>
                <a:cubicBezTo>
                  <a:pt x="117856" y="147604"/>
                  <a:pt x="125431" y="141366"/>
                  <a:pt x="125431" y="132821"/>
                </a:cubicBezTo>
                <a:cubicBezTo>
                  <a:pt x="125431" y="124657"/>
                  <a:pt x="119227" y="118039"/>
                  <a:pt x="109278" y="118039"/>
                </a:cubicBezTo>
                <a:lnTo>
                  <a:pt x="80218" y="118038"/>
                </a:lnTo>
                <a:cubicBezTo>
                  <a:pt x="56213" y="118038"/>
                  <a:pt x="38835" y="107468"/>
                  <a:pt x="32354" y="90062"/>
                </a:cubicBezTo>
                <a:lnTo>
                  <a:pt x="132820" y="90062"/>
                </a:lnTo>
                <a:cubicBezTo>
                  <a:pt x="140984" y="90062"/>
                  <a:pt x="147603" y="83443"/>
                  <a:pt x="147603" y="75278"/>
                </a:cubicBezTo>
                <a:lnTo>
                  <a:pt x="147603" y="73802"/>
                </a:lnTo>
                <a:lnTo>
                  <a:pt x="147603" y="73802"/>
                </a:lnTo>
                <a:close/>
                <a:moveTo>
                  <a:pt x="115990" y="60494"/>
                </a:moveTo>
                <a:lnTo>
                  <a:pt x="31612" y="60494"/>
                </a:lnTo>
                <a:cubicBezTo>
                  <a:pt x="37274" y="42587"/>
                  <a:pt x="54045" y="29568"/>
                  <a:pt x="73800" y="29568"/>
                </a:cubicBezTo>
                <a:cubicBezTo>
                  <a:pt x="93555" y="29568"/>
                  <a:pt x="110329" y="42587"/>
                  <a:pt x="115990" y="60494"/>
                </a:cubicBezTo>
                <a:lnTo>
                  <a:pt x="115990" y="60494"/>
                </a:lnTo>
                <a:close/>
              </a:path>
            </a:pathLst>
          </a:custGeom>
          <a:solidFill>
            <a:srgbClr val="FFFFFF"/>
          </a:solidFill>
          <a:ln w="51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D74F6FF-F2DF-4484-A6EA-147BCD9D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1"/>
              <a:t>Subline (optional)</a:t>
            </a:r>
            <a:endParaRPr lang="de-DE"/>
          </a:p>
        </p:txBody>
      </p:sp>
      <p:sp>
        <p:nvSpPr>
          <p:cNvPr id="6" name="Chapter_titleonly">
            <a:extLst>
              <a:ext uri="{FF2B5EF4-FFF2-40B4-BE49-F238E27FC236}">
                <a16:creationId xmlns:a16="http://schemas.microsoft.com/office/drawing/2014/main" id="{0A3CFC89-787E-4766-A928-188BC7C6A6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300" y="204789"/>
            <a:ext cx="9154800" cy="360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62140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pos="6738">
          <p15:clr>
            <a:srgbClr val="FBAE40"/>
          </p15:clr>
        </p15:guide>
        <p15:guide id="3" orient="horz" pos="126">
          <p15:clr>
            <a:srgbClr val="FBAE40"/>
          </p15:clr>
        </p15:guide>
        <p15:guide id="4" orient="horz" pos="670">
          <p15:clr>
            <a:srgbClr val="FBAE40"/>
          </p15:clr>
        </p15:guide>
        <p15:guide id="5" orient="horz" pos="3719" userDrawn="1">
          <p15:clr>
            <a:srgbClr val="FBAE40"/>
          </p15:clr>
        </p15:guide>
        <p15:guide id="6" orient="horz" pos="801">
          <p15:clr>
            <a:srgbClr val="FBAE40"/>
          </p15:clr>
        </p15:guide>
        <p15:guide id="7" pos="3492" userDrawn="1">
          <p15:clr>
            <a:srgbClr val="FBAE40"/>
          </p15:clr>
        </p15:guide>
        <p15:guide id="8" pos="342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content (no footer)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AS logo background">
            <a:extLst>
              <a:ext uri="{FF2B5EF4-FFF2-40B4-BE49-F238E27FC236}">
                <a16:creationId xmlns:a16="http://schemas.microsoft.com/office/drawing/2014/main" id="{2689D6BD-2475-43B8-3CF4-B8177DD71E07}"/>
              </a:ext>
            </a:extLst>
          </p:cNvPr>
          <p:cNvSpPr>
            <a:spLocks noSelect="1"/>
          </p:cNvSpPr>
          <p:nvPr userDrawn="1"/>
        </p:nvSpPr>
        <p:spPr>
          <a:xfrm>
            <a:off x="9990000" y="276225"/>
            <a:ext cx="979625" cy="287934"/>
          </a:xfrm>
          <a:custGeom>
            <a:avLst/>
            <a:gdLst>
              <a:gd name="connsiteX0" fmla="*/ 143967 w 979625"/>
              <a:gd name="connsiteY0" fmla="*/ 0 h 287934"/>
              <a:gd name="connsiteX1" fmla="*/ 979625 w 979625"/>
              <a:gd name="connsiteY1" fmla="*/ 0 h 287934"/>
              <a:gd name="connsiteX2" fmla="*/ 979625 w 979625"/>
              <a:gd name="connsiteY2" fmla="*/ 287934 h 287934"/>
              <a:gd name="connsiteX3" fmla="*/ 143967 w 979625"/>
              <a:gd name="connsiteY3" fmla="*/ 287934 h 287934"/>
              <a:gd name="connsiteX4" fmla="*/ 0 w 979625"/>
              <a:gd name="connsiteY4" fmla="*/ 143967 h 287934"/>
              <a:gd name="connsiteX5" fmla="*/ 143967 w 979625"/>
              <a:gd name="connsiteY5" fmla="*/ 0 h 287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9625" h="287934">
                <a:moveTo>
                  <a:pt x="143967" y="0"/>
                </a:moveTo>
                <a:lnTo>
                  <a:pt x="979625" y="0"/>
                </a:lnTo>
                <a:lnTo>
                  <a:pt x="979625" y="287934"/>
                </a:lnTo>
                <a:lnTo>
                  <a:pt x="143967" y="287934"/>
                </a:lnTo>
                <a:cubicBezTo>
                  <a:pt x="64456" y="287934"/>
                  <a:pt x="0" y="223478"/>
                  <a:pt x="0" y="143967"/>
                </a:cubicBezTo>
                <a:cubicBezTo>
                  <a:pt x="0" y="64456"/>
                  <a:pt x="64456" y="0"/>
                  <a:pt x="143967" y="0"/>
                </a:cubicBezTo>
                <a:close/>
              </a:path>
            </a:pathLst>
          </a:custGeom>
          <a:gradFill>
            <a:gsLst>
              <a:gs pos="100000">
                <a:srgbClr val="89037A"/>
              </a:gs>
              <a:gs pos="10000">
                <a:srgbClr val="164293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ETAS logo">
            <a:extLst>
              <a:ext uri="{FF2B5EF4-FFF2-40B4-BE49-F238E27FC236}">
                <a16:creationId xmlns:a16="http://schemas.microsoft.com/office/drawing/2014/main" id="{E8FDCEAF-F7AC-E458-CF05-9A755D6E8EB8}"/>
              </a:ext>
            </a:extLst>
          </p:cNvPr>
          <p:cNvSpPr>
            <a:spLocks noSelect="1"/>
          </p:cNvSpPr>
          <p:nvPr userDrawn="1"/>
        </p:nvSpPr>
        <p:spPr>
          <a:xfrm>
            <a:off x="10116000" y="347292"/>
            <a:ext cx="581559" cy="147604"/>
          </a:xfrm>
          <a:custGeom>
            <a:avLst/>
            <a:gdLst>
              <a:gd name="connsiteX0" fmla="*/ 472507 w 581559"/>
              <a:gd name="connsiteY0" fmla="*/ 46506 h 147604"/>
              <a:gd name="connsiteX1" fmla="*/ 486392 w 581559"/>
              <a:gd name="connsiteY1" fmla="*/ 32519 h 147604"/>
              <a:gd name="connsiteX2" fmla="*/ 550624 w 581559"/>
              <a:gd name="connsiteY2" fmla="*/ 32519 h 147604"/>
              <a:gd name="connsiteX3" fmla="*/ 566777 w 581559"/>
              <a:gd name="connsiteY3" fmla="*/ 17736 h 147604"/>
              <a:gd name="connsiteX4" fmla="*/ 550624 w 581559"/>
              <a:gd name="connsiteY4" fmla="*/ 2954 h 147604"/>
              <a:gd name="connsiteX5" fmla="*/ 487676 w 581559"/>
              <a:gd name="connsiteY5" fmla="*/ 2952 h 147604"/>
              <a:gd name="connsiteX6" fmla="*/ 442939 w 581559"/>
              <a:gd name="connsiteY6" fmla="*/ 46506 h 147604"/>
              <a:gd name="connsiteX7" fmla="*/ 487676 w 581559"/>
              <a:gd name="connsiteY7" fmla="*/ 90060 h 147604"/>
              <a:gd name="connsiteX8" fmla="*/ 538106 w 581559"/>
              <a:gd name="connsiteY8" fmla="*/ 90060 h 147604"/>
              <a:gd name="connsiteX9" fmla="*/ 551994 w 581559"/>
              <a:gd name="connsiteY9" fmla="*/ 104047 h 147604"/>
              <a:gd name="connsiteX10" fmla="*/ 538106 w 581559"/>
              <a:gd name="connsiteY10" fmla="*/ 118034 h 147604"/>
              <a:gd name="connsiteX11" fmla="*/ 473876 w 581559"/>
              <a:gd name="connsiteY11" fmla="*/ 118039 h 147604"/>
              <a:gd name="connsiteX12" fmla="*/ 457722 w 581559"/>
              <a:gd name="connsiteY12" fmla="*/ 132821 h 147604"/>
              <a:gd name="connsiteX13" fmla="*/ 473876 w 581559"/>
              <a:gd name="connsiteY13" fmla="*/ 147604 h 147604"/>
              <a:gd name="connsiteX14" fmla="*/ 536825 w 581559"/>
              <a:gd name="connsiteY14" fmla="*/ 147601 h 147604"/>
              <a:gd name="connsiteX15" fmla="*/ 581560 w 581559"/>
              <a:gd name="connsiteY15" fmla="*/ 104047 h 147604"/>
              <a:gd name="connsiteX16" fmla="*/ 536825 w 581559"/>
              <a:gd name="connsiteY16" fmla="*/ 60493 h 147604"/>
              <a:gd name="connsiteX17" fmla="*/ 486392 w 581559"/>
              <a:gd name="connsiteY17" fmla="*/ 60493 h 147604"/>
              <a:gd name="connsiteX18" fmla="*/ 472507 w 581559"/>
              <a:gd name="connsiteY18" fmla="*/ 46506 h 147604"/>
              <a:gd name="connsiteX19" fmla="*/ 472507 w 581559"/>
              <a:gd name="connsiteY19" fmla="*/ 46506 h 147604"/>
              <a:gd name="connsiteX20" fmla="*/ 440512 w 581559"/>
              <a:gd name="connsiteY20" fmla="*/ 124204 h 147604"/>
              <a:gd name="connsiteX21" fmla="*/ 375437 w 581559"/>
              <a:gd name="connsiteY21" fmla="*/ 11489 h 147604"/>
              <a:gd name="connsiteX22" fmla="*/ 369116 w 581559"/>
              <a:gd name="connsiteY22" fmla="*/ 4900 h 147604"/>
              <a:gd name="connsiteX23" fmla="*/ 369108 w 581559"/>
              <a:gd name="connsiteY23" fmla="*/ 4890 h 147604"/>
              <a:gd name="connsiteX24" fmla="*/ 369040 w 581559"/>
              <a:gd name="connsiteY24" fmla="*/ 4855 h 147604"/>
              <a:gd name="connsiteX25" fmla="*/ 363613 w 581559"/>
              <a:gd name="connsiteY25" fmla="*/ 2996 h 147604"/>
              <a:gd name="connsiteX26" fmla="*/ 363511 w 581559"/>
              <a:gd name="connsiteY26" fmla="*/ 2983 h 147604"/>
              <a:gd name="connsiteX27" fmla="*/ 362422 w 581559"/>
              <a:gd name="connsiteY27" fmla="*/ 2898 h 147604"/>
              <a:gd name="connsiteX28" fmla="*/ 361833 w 581559"/>
              <a:gd name="connsiteY28" fmla="*/ 2883 h 147604"/>
              <a:gd name="connsiteX29" fmla="*/ 361244 w 581559"/>
              <a:gd name="connsiteY29" fmla="*/ 2898 h 147604"/>
              <a:gd name="connsiteX30" fmla="*/ 360155 w 581559"/>
              <a:gd name="connsiteY30" fmla="*/ 2983 h 147604"/>
              <a:gd name="connsiteX31" fmla="*/ 360053 w 581559"/>
              <a:gd name="connsiteY31" fmla="*/ 2996 h 147604"/>
              <a:gd name="connsiteX32" fmla="*/ 354626 w 581559"/>
              <a:gd name="connsiteY32" fmla="*/ 4855 h 147604"/>
              <a:gd name="connsiteX33" fmla="*/ 354558 w 581559"/>
              <a:gd name="connsiteY33" fmla="*/ 4890 h 147604"/>
              <a:gd name="connsiteX34" fmla="*/ 354550 w 581559"/>
              <a:gd name="connsiteY34" fmla="*/ 4900 h 147604"/>
              <a:gd name="connsiteX35" fmla="*/ 348229 w 581559"/>
              <a:gd name="connsiteY35" fmla="*/ 11489 h 147604"/>
              <a:gd name="connsiteX36" fmla="*/ 283154 w 581559"/>
              <a:gd name="connsiteY36" fmla="*/ 124204 h 147604"/>
              <a:gd name="connsiteX37" fmla="*/ 287879 w 581559"/>
              <a:gd name="connsiteY37" fmla="*/ 145585 h 147604"/>
              <a:gd name="connsiteX38" fmla="*/ 308758 w 581559"/>
              <a:gd name="connsiteY38" fmla="*/ 138986 h 147604"/>
              <a:gd name="connsiteX39" fmla="*/ 361833 w 581559"/>
              <a:gd name="connsiteY39" fmla="*/ 47057 h 147604"/>
              <a:gd name="connsiteX40" fmla="*/ 414908 w 581559"/>
              <a:gd name="connsiteY40" fmla="*/ 138986 h 147604"/>
              <a:gd name="connsiteX41" fmla="*/ 435787 w 581559"/>
              <a:gd name="connsiteY41" fmla="*/ 145585 h 147604"/>
              <a:gd name="connsiteX42" fmla="*/ 440512 w 581559"/>
              <a:gd name="connsiteY42" fmla="*/ 124204 h 147604"/>
              <a:gd name="connsiteX43" fmla="*/ 440512 w 581559"/>
              <a:gd name="connsiteY43" fmla="*/ 124204 h 147604"/>
              <a:gd name="connsiteX44" fmla="*/ 305728 w 581559"/>
              <a:gd name="connsiteY44" fmla="*/ 17737 h 147604"/>
              <a:gd name="connsiteX45" fmla="*/ 289574 w 581559"/>
              <a:gd name="connsiteY45" fmla="*/ 2954 h 147604"/>
              <a:gd name="connsiteX46" fmla="*/ 163756 w 581559"/>
              <a:gd name="connsiteY46" fmla="*/ 2954 h 147604"/>
              <a:gd name="connsiteX47" fmla="*/ 147602 w 581559"/>
              <a:gd name="connsiteY47" fmla="*/ 17737 h 147604"/>
              <a:gd name="connsiteX48" fmla="*/ 163756 w 581559"/>
              <a:gd name="connsiteY48" fmla="*/ 32520 h 147604"/>
              <a:gd name="connsiteX49" fmla="*/ 211890 w 581559"/>
              <a:gd name="connsiteY49" fmla="*/ 32520 h 147604"/>
              <a:gd name="connsiteX50" fmla="*/ 211891 w 581559"/>
              <a:gd name="connsiteY50" fmla="*/ 131450 h 147604"/>
              <a:gd name="connsiteX51" fmla="*/ 226673 w 581559"/>
              <a:gd name="connsiteY51" fmla="*/ 147604 h 147604"/>
              <a:gd name="connsiteX52" fmla="*/ 241456 w 581559"/>
              <a:gd name="connsiteY52" fmla="*/ 131450 h 147604"/>
              <a:gd name="connsiteX53" fmla="*/ 241457 w 581559"/>
              <a:gd name="connsiteY53" fmla="*/ 32520 h 147604"/>
              <a:gd name="connsiteX54" fmla="*/ 289574 w 581559"/>
              <a:gd name="connsiteY54" fmla="*/ 32520 h 147604"/>
              <a:gd name="connsiteX55" fmla="*/ 305728 w 581559"/>
              <a:gd name="connsiteY55" fmla="*/ 17737 h 147604"/>
              <a:gd name="connsiteX56" fmla="*/ 305728 w 581559"/>
              <a:gd name="connsiteY56" fmla="*/ 17737 h 147604"/>
              <a:gd name="connsiteX57" fmla="*/ 147603 w 581559"/>
              <a:gd name="connsiteY57" fmla="*/ 73802 h 147604"/>
              <a:gd name="connsiteX58" fmla="*/ 73800 w 581559"/>
              <a:gd name="connsiteY58" fmla="*/ 0 h 147604"/>
              <a:gd name="connsiteX59" fmla="*/ 0 w 581559"/>
              <a:gd name="connsiteY59" fmla="*/ 73802 h 147604"/>
              <a:gd name="connsiteX60" fmla="*/ 80218 w 581559"/>
              <a:gd name="connsiteY60" fmla="*/ 147604 h 147604"/>
              <a:gd name="connsiteX61" fmla="*/ 106710 w 581559"/>
              <a:gd name="connsiteY61" fmla="*/ 147604 h 147604"/>
              <a:gd name="connsiteX62" fmla="*/ 125431 w 581559"/>
              <a:gd name="connsiteY62" fmla="*/ 132821 h 147604"/>
              <a:gd name="connsiteX63" fmla="*/ 109278 w 581559"/>
              <a:gd name="connsiteY63" fmla="*/ 118039 h 147604"/>
              <a:gd name="connsiteX64" fmla="*/ 80218 w 581559"/>
              <a:gd name="connsiteY64" fmla="*/ 118038 h 147604"/>
              <a:gd name="connsiteX65" fmla="*/ 32354 w 581559"/>
              <a:gd name="connsiteY65" fmla="*/ 90062 h 147604"/>
              <a:gd name="connsiteX66" fmla="*/ 132820 w 581559"/>
              <a:gd name="connsiteY66" fmla="*/ 90062 h 147604"/>
              <a:gd name="connsiteX67" fmla="*/ 147603 w 581559"/>
              <a:gd name="connsiteY67" fmla="*/ 75278 h 147604"/>
              <a:gd name="connsiteX68" fmla="*/ 147603 w 581559"/>
              <a:gd name="connsiteY68" fmla="*/ 73802 h 147604"/>
              <a:gd name="connsiteX69" fmla="*/ 147603 w 581559"/>
              <a:gd name="connsiteY69" fmla="*/ 73802 h 147604"/>
              <a:gd name="connsiteX70" fmla="*/ 115990 w 581559"/>
              <a:gd name="connsiteY70" fmla="*/ 60494 h 147604"/>
              <a:gd name="connsiteX71" fmla="*/ 31612 w 581559"/>
              <a:gd name="connsiteY71" fmla="*/ 60494 h 147604"/>
              <a:gd name="connsiteX72" fmla="*/ 73800 w 581559"/>
              <a:gd name="connsiteY72" fmla="*/ 29568 h 147604"/>
              <a:gd name="connsiteX73" fmla="*/ 115990 w 581559"/>
              <a:gd name="connsiteY73" fmla="*/ 60494 h 147604"/>
              <a:gd name="connsiteX74" fmla="*/ 115990 w 581559"/>
              <a:gd name="connsiteY74" fmla="*/ 60494 h 14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81559" h="147604">
                <a:moveTo>
                  <a:pt x="472507" y="46506"/>
                </a:moveTo>
                <a:cubicBezTo>
                  <a:pt x="472507" y="38794"/>
                  <a:pt x="478736" y="32519"/>
                  <a:pt x="486392" y="32519"/>
                </a:cubicBezTo>
                <a:lnTo>
                  <a:pt x="550624" y="32519"/>
                </a:lnTo>
                <a:cubicBezTo>
                  <a:pt x="560575" y="32519"/>
                  <a:pt x="566777" y="25901"/>
                  <a:pt x="566777" y="17736"/>
                </a:cubicBezTo>
                <a:cubicBezTo>
                  <a:pt x="566777" y="9572"/>
                  <a:pt x="560575" y="2954"/>
                  <a:pt x="550624" y="2954"/>
                </a:cubicBezTo>
                <a:lnTo>
                  <a:pt x="487676" y="2952"/>
                </a:lnTo>
                <a:cubicBezTo>
                  <a:pt x="462218" y="2952"/>
                  <a:pt x="442939" y="22490"/>
                  <a:pt x="442939" y="46506"/>
                </a:cubicBezTo>
                <a:cubicBezTo>
                  <a:pt x="442939" y="70522"/>
                  <a:pt x="462218" y="90060"/>
                  <a:pt x="487676" y="90060"/>
                </a:cubicBezTo>
                <a:lnTo>
                  <a:pt x="538106" y="90060"/>
                </a:lnTo>
                <a:cubicBezTo>
                  <a:pt x="545761" y="90060"/>
                  <a:pt x="551994" y="96335"/>
                  <a:pt x="551994" y="104047"/>
                </a:cubicBezTo>
                <a:cubicBezTo>
                  <a:pt x="551994" y="111759"/>
                  <a:pt x="545761" y="118034"/>
                  <a:pt x="538106" y="118034"/>
                </a:cubicBezTo>
                <a:lnTo>
                  <a:pt x="473876" y="118039"/>
                </a:lnTo>
                <a:cubicBezTo>
                  <a:pt x="463926" y="118039"/>
                  <a:pt x="457722" y="124657"/>
                  <a:pt x="457722" y="132821"/>
                </a:cubicBezTo>
                <a:cubicBezTo>
                  <a:pt x="457722" y="140986"/>
                  <a:pt x="463926" y="147604"/>
                  <a:pt x="473876" y="147604"/>
                </a:cubicBezTo>
                <a:lnTo>
                  <a:pt x="536825" y="147601"/>
                </a:lnTo>
                <a:cubicBezTo>
                  <a:pt x="562278" y="147601"/>
                  <a:pt x="581560" y="128063"/>
                  <a:pt x="581560" y="104047"/>
                </a:cubicBezTo>
                <a:cubicBezTo>
                  <a:pt x="581560" y="80031"/>
                  <a:pt x="562278" y="60493"/>
                  <a:pt x="536825" y="60493"/>
                </a:cubicBezTo>
                <a:lnTo>
                  <a:pt x="486392" y="60493"/>
                </a:lnTo>
                <a:cubicBezTo>
                  <a:pt x="478736" y="60493"/>
                  <a:pt x="472507" y="54218"/>
                  <a:pt x="472507" y="46506"/>
                </a:cubicBezTo>
                <a:lnTo>
                  <a:pt x="472507" y="46506"/>
                </a:lnTo>
                <a:close/>
                <a:moveTo>
                  <a:pt x="440512" y="124204"/>
                </a:moveTo>
                <a:lnTo>
                  <a:pt x="375437" y="11489"/>
                </a:lnTo>
                <a:cubicBezTo>
                  <a:pt x="373716" y="8508"/>
                  <a:pt x="371528" y="6330"/>
                  <a:pt x="369116" y="4900"/>
                </a:cubicBezTo>
                <a:lnTo>
                  <a:pt x="369108" y="4890"/>
                </a:lnTo>
                <a:cubicBezTo>
                  <a:pt x="369085" y="4877"/>
                  <a:pt x="369062" y="4868"/>
                  <a:pt x="369040" y="4855"/>
                </a:cubicBezTo>
                <a:cubicBezTo>
                  <a:pt x="367317" y="3847"/>
                  <a:pt x="365482" y="3230"/>
                  <a:pt x="363613" y="2996"/>
                </a:cubicBezTo>
                <a:cubicBezTo>
                  <a:pt x="363579" y="2992"/>
                  <a:pt x="363545" y="2987"/>
                  <a:pt x="363511" y="2983"/>
                </a:cubicBezTo>
                <a:cubicBezTo>
                  <a:pt x="363149" y="2940"/>
                  <a:pt x="362786" y="2912"/>
                  <a:pt x="362422" y="2898"/>
                </a:cubicBezTo>
                <a:cubicBezTo>
                  <a:pt x="362225" y="2889"/>
                  <a:pt x="362029" y="2885"/>
                  <a:pt x="361833" y="2883"/>
                </a:cubicBezTo>
                <a:cubicBezTo>
                  <a:pt x="361636" y="2884"/>
                  <a:pt x="361440" y="2889"/>
                  <a:pt x="361244" y="2898"/>
                </a:cubicBezTo>
                <a:cubicBezTo>
                  <a:pt x="360880" y="2912"/>
                  <a:pt x="360517" y="2940"/>
                  <a:pt x="360155" y="2983"/>
                </a:cubicBezTo>
                <a:cubicBezTo>
                  <a:pt x="360121" y="2987"/>
                  <a:pt x="360087" y="2992"/>
                  <a:pt x="360053" y="2996"/>
                </a:cubicBezTo>
                <a:cubicBezTo>
                  <a:pt x="358184" y="3230"/>
                  <a:pt x="356349" y="3847"/>
                  <a:pt x="354626" y="4855"/>
                </a:cubicBezTo>
                <a:cubicBezTo>
                  <a:pt x="354604" y="4868"/>
                  <a:pt x="354580" y="4877"/>
                  <a:pt x="354558" y="4890"/>
                </a:cubicBezTo>
                <a:cubicBezTo>
                  <a:pt x="354558" y="4890"/>
                  <a:pt x="354551" y="4898"/>
                  <a:pt x="354550" y="4900"/>
                </a:cubicBezTo>
                <a:cubicBezTo>
                  <a:pt x="352138" y="6330"/>
                  <a:pt x="349950" y="8508"/>
                  <a:pt x="348229" y="11489"/>
                </a:cubicBezTo>
                <a:lnTo>
                  <a:pt x="283154" y="124204"/>
                </a:lnTo>
                <a:cubicBezTo>
                  <a:pt x="278179" y="132821"/>
                  <a:pt x="280808" y="141503"/>
                  <a:pt x="287879" y="145585"/>
                </a:cubicBezTo>
                <a:cubicBezTo>
                  <a:pt x="294949" y="149667"/>
                  <a:pt x="303783" y="147604"/>
                  <a:pt x="308758" y="138986"/>
                </a:cubicBezTo>
                <a:lnTo>
                  <a:pt x="361833" y="47057"/>
                </a:lnTo>
                <a:lnTo>
                  <a:pt x="414908" y="138986"/>
                </a:lnTo>
                <a:cubicBezTo>
                  <a:pt x="419883" y="147604"/>
                  <a:pt x="428717" y="149667"/>
                  <a:pt x="435787" y="145585"/>
                </a:cubicBezTo>
                <a:cubicBezTo>
                  <a:pt x="442858" y="141503"/>
                  <a:pt x="445488" y="132821"/>
                  <a:pt x="440512" y="124204"/>
                </a:cubicBezTo>
                <a:lnTo>
                  <a:pt x="440512" y="124204"/>
                </a:lnTo>
                <a:close/>
                <a:moveTo>
                  <a:pt x="305728" y="17737"/>
                </a:moveTo>
                <a:cubicBezTo>
                  <a:pt x="305728" y="9572"/>
                  <a:pt x="299524" y="2954"/>
                  <a:pt x="289574" y="2954"/>
                </a:cubicBezTo>
                <a:lnTo>
                  <a:pt x="163756" y="2954"/>
                </a:lnTo>
                <a:cubicBezTo>
                  <a:pt x="153805" y="2954"/>
                  <a:pt x="147602" y="9572"/>
                  <a:pt x="147602" y="17737"/>
                </a:cubicBezTo>
                <a:cubicBezTo>
                  <a:pt x="147602" y="25901"/>
                  <a:pt x="153805" y="32520"/>
                  <a:pt x="163756" y="32520"/>
                </a:cubicBezTo>
                <a:lnTo>
                  <a:pt x="211890" y="32520"/>
                </a:lnTo>
                <a:lnTo>
                  <a:pt x="211891" y="131450"/>
                </a:lnTo>
                <a:cubicBezTo>
                  <a:pt x="211891" y="141400"/>
                  <a:pt x="218509" y="147604"/>
                  <a:pt x="226673" y="147604"/>
                </a:cubicBezTo>
                <a:cubicBezTo>
                  <a:pt x="234838" y="147604"/>
                  <a:pt x="241456" y="141400"/>
                  <a:pt x="241456" y="131450"/>
                </a:cubicBezTo>
                <a:lnTo>
                  <a:pt x="241457" y="32520"/>
                </a:lnTo>
                <a:lnTo>
                  <a:pt x="289574" y="32520"/>
                </a:lnTo>
                <a:cubicBezTo>
                  <a:pt x="299524" y="32520"/>
                  <a:pt x="305728" y="25901"/>
                  <a:pt x="305728" y="17737"/>
                </a:cubicBezTo>
                <a:lnTo>
                  <a:pt x="305728" y="17737"/>
                </a:lnTo>
                <a:close/>
                <a:moveTo>
                  <a:pt x="147603" y="73802"/>
                </a:moveTo>
                <a:cubicBezTo>
                  <a:pt x="147603" y="33107"/>
                  <a:pt x="114496" y="0"/>
                  <a:pt x="73800" y="0"/>
                </a:cubicBezTo>
                <a:cubicBezTo>
                  <a:pt x="33105" y="0"/>
                  <a:pt x="0" y="33107"/>
                  <a:pt x="0" y="73802"/>
                </a:cubicBezTo>
                <a:cubicBezTo>
                  <a:pt x="0" y="117256"/>
                  <a:pt x="32987" y="147604"/>
                  <a:pt x="80218" y="147604"/>
                </a:cubicBezTo>
                <a:lnTo>
                  <a:pt x="106710" y="147604"/>
                </a:lnTo>
                <a:cubicBezTo>
                  <a:pt x="117856" y="147604"/>
                  <a:pt x="125431" y="141366"/>
                  <a:pt x="125431" y="132821"/>
                </a:cubicBezTo>
                <a:cubicBezTo>
                  <a:pt x="125431" y="124657"/>
                  <a:pt x="119227" y="118039"/>
                  <a:pt x="109278" y="118039"/>
                </a:cubicBezTo>
                <a:lnTo>
                  <a:pt x="80218" y="118038"/>
                </a:lnTo>
                <a:cubicBezTo>
                  <a:pt x="56213" y="118038"/>
                  <a:pt x="38835" y="107468"/>
                  <a:pt x="32354" y="90062"/>
                </a:cubicBezTo>
                <a:lnTo>
                  <a:pt x="132820" y="90062"/>
                </a:lnTo>
                <a:cubicBezTo>
                  <a:pt x="140984" y="90062"/>
                  <a:pt x="147603" y="83443"/>
                  <a:pt x="147603" y="75278"/>
                </a:cubicBezTo>
                <a:lnTo>
                  <a:pt x="147603" y="73802"/>
                </a:lnTo>
                <a:lnTo>
                  <a:pt x="147603" y="73802"/>
                </a:lnTo>
                <a:close/>
                <a:moveTo>
                  <a:pt x="115990" y="60494"/>
                </a:moveTo>
                <a:lnTo>
                  <a:pt x="31612" y="60494"/>
                </a:lnTo>
                <a:cubicBezTo>
                  <a:pt x="37274" y="42587"/>
                  <a:pt x="54045" y="29568"/>
                  <a:pt x="73800" y="29568"/>
                </a:cubicBezTo>
                <a:cubicBezTo>
                  <a:pt x="93555" y="29568"/>
                  <a:pt x="110329" y="42587"/>
                  <a:pt x="115990" y="60494"/>
                </a:cubicBezTo>
                <a:lnTo>
                  <a:pt x="115990" y="60494"/>
                </a:lnTo>
                <a:close/>
              </a:path>
            </a:pathLst>
          </a:custGeom>
          <a:solidFill>
            <a:srgbClr val="FFFFFF"/>
          </a:solidFill>
          <a:ln w="51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74887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>
          <p15:clr>
            <a:srgbClr val="FBAE40"/>
          </p15:clr>
        </p15:guide>
        <p15:guide id="2" orient="horz" pos="126">
          <p15:clr>
            <a:srgbClr val="FBAE40"/>
          </p15:clr>
        </p15:guide>
        <p15:guide id="3" pos="6738">
          <p15:clr>
            <a:srgbClr val="FBAE40"/>
          </p15:clr>
        </p15:guide>
        <p15:guide id="4" orient="horz" pos="3719" userDrawn="1">
          <p15:clr>
            <a:srgbClr val="FBAE40"/>
          </p15:clr>
        </p15:guide>
        <p15:guide id="5" pos="3492" userDrawn="1">
          <p15:clr>
            <a:srgbClr val="FBAE40"/>
          </p15:clr>
        </p15:guide>
        <p15:guide id="6" pos="3423" userDrawn="1">
          <p15:clr>
            <a:srgbClr val="FBAE40"/>
          </p15:clr>
        </p15:guide>
        <p15:guide id="7" orient="horz" pos="800" userDrawn="1">
          <p15:clr>
            <a:srgbClr val="FBAE40"/>
          </p15:clr>
        </p15:guide>
        <p15:guide id="8" orient="horz" pos="668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 ">
    <p:bg>
      <p:bgPr>
        <a:gradFill>
          <a:gsLst>
            <a:gs pos="100000">
              <a:schemeClr val="accent2"/>
            </a:gs>
            <a:gs pos="0">
              <a:schemeClr val="tx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TAS Logo Bgr">
            <a:extLst>
              <a:ext uri="{FF2B5EF4-FFF2-40B4-BE49-F238E27FC236}">
                <a16:creationId xmlns:a16="http://schemas.microsoft.com/office/drawing/2014/main" id="{34C1FC2E-7665-451B-A576-523684DC0574}"/>
              </a:ext>
            </a:extLst>
          </p:cNvPr>
          <p:cNvSpPr/>
          <p:nvPr userDrawn="1"/>
        </p:nvSpPr>
        <p:spPr>
          <a:xfrm>
            <a:off x="9305925" y="273844"/>
            <a:ext cx="1663700" cy="562436"/>
          </a:xfrm>
          <a:custGeom>
            <a:avLst/>
            <a:gdLst>
              <a:gd name="connsiteX0" fmla="*/ 278607 w 1663700"/>
              <a:gd name="connsiteY0" fmla="*/ 0 h 562436"/>
              <a:gd name="connsiteX1" fmla="*/ 281186 w 1663700"/>
              <a:gd name="connsiteY1" fmla="*/ 262 h 562436"/>
              <a:gd name="connsiteX2" fmla="*/ 1663700 w 1663700"/>
              <a:gd name="connsiteY2" fmla="*/ 262 h 562436"/>
              <a:gd name="connsiteX3" fmla="*/ 1663700 w 1663700"/>
              <a:gd name="connsiteY3" fmla="*/ 562436 h 562436"/>
              <a:gd name="connsiteX4" fmla="*/ 278607 w 1663700"/>
              <a:gd name="connsiteY4" fmla="*/ 562436 h 562436"/>
              <a:gd name="connsiteX5" fmla="*/ 0 w 1663700"/>
              <a:gd name="connsiteY5" fmla="*/ 281218 h 562436"/>
              <a:gd name="connsiteX6" fmla="*/ 278607 w 1663700"/>
              <a:gd name="connsiteY6" fmla="*/ 0 h 562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3700" h="562436">
                <a:moveTo>
                  <a:pt x="278607" y="0"/>
                </a:moveTo>
                <a:lnTo>
                  <a:pt x="281186" y="262"/>
                </a:lnTo>
                <a:lnTo>
                  <a:pt x="1663700" y="262"/>
                </a:lnTo>
                <a:lnTo>
                  <a:pt x="1663700" y="562436"/>
                </a:lnTo>
                <a:lnTo>
                  <a:pt x="278607" y="562436"/>
                </a:lnTo>
                <a:cubicBezTo>
                  <a:pt x="124737" y="562436"/>
                  <a:pt x="0" y="436531"/>
                  <a:pt x="0" y="281218"/>
                </a:cubicBezTo>
                <a:cubicBezTo>
                  <a:pt x="0" y="125905"/>
                  <a:pt x="124737" y="0"/>
                  <a:pt x="2786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ETAS logo">
            <a:extLst>
              <a:ext uri="{FF2B5EF4-FFF2-40B4-BE49-F238E27FC236}">
                <a16:creationId xmlns:a16="http://schemas.microsoft.com/office/drawing/2014/main" id="{7C03C844-13A3-582D-8878-E7452AD783F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83200" y="414000"/>
            <a:ext cx="1116000" cy="279000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27FD407-3A9F-4E23-A6E0-09D3FFEF8A2F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37597" y="3178799"/>
            <a:ext cx="10454215" cy="3747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1"/>
              <a:t>Contact data (optional)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F2294D99-E0FC-4AD2-9C6A-A19C9236EB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4950" y="2628000"/>
            <a:ext cx="10456863" cy="487313"/>
          </a:xfrm>
          <a:prstGeom prst="rect">
            <a:avLst/>
          </a:prstGeom>
          <a:noFill/>
        </p:spPr>
        <p:txBody>
          <a:bodyPr wrap="square" tIns="0" rIns="0" bIns="0" anchor="b" anchorCtr="0">
            <a:spAutoFit/>
          </a:bodyPr>
          <a:lstStyle>
            <a:lvl1pPr marL="0" indent="0">
              <a:lnSpc>
                <a:spcPts val="3840"/>
              </a:lnSpc>
              <a:buFontTx/>
              <a:buNone/>
              <a:defRPr sz="36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buNone/>
              <a:defRPr sz="3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1"/>
              <a:t>Closing phrase</a:t>
            </a:r>
          </a:p>
        </p:txBody>
      </p:sp>
    </p:spTree>
    <p:extLst>
      <p:ext uri="{BB962C8B-B14F-4D97-AF65-F5344CB8AC3E}">
        <p14:creationId xmlns:p14="http://schemas.microsoft.com/office/powerpoint/2010/main" val="3477041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9" userDrawn="1">
          <p15:clr>
            <a:srgbClr val="FBAE40"/>
          </p15:clr>
        </p15:guide>
        <p15:guide id="4" pos="148" userDrawn="1">
          <p15:clr>
            <a:srgbClr val="FBAE40"/>
          </p15:clr>
        </p15:guide>
        <p15:guide id="5" pos="6735" userDrawn="1">
          <p15:clr>
            <a:srgbClr val="FBAE40"/>
          </p15:clr>
        </p15:guide>
        <p15:guide id="6" orient="horz" pos="224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note2inv" hidden="1">
            <a:extLst>
              <a:ext uri="{FF2B5EF4-FFF2-40B4-BE49-F238E27FC236}">
                <a16:creationId xmlns:a16="http://schemas.microsoft.com/office/drawing/2014/main" id="{4F14331F-6BC5-9572-2AFE-25FFA2917A36}"/>
              </a:ext>
            </a:extLst>
          </p:cNvPr>
          <p:cNvSpPr txBox="1"/>
          <p:nvPr userDrawn="1"/>
        </p:nvSpPr>
        <p:spPr>
          <a:xfrm>
            <a:off x="1251006" y="5335352"/>
            <a:ext cx="9051362" cy="126000"/>
          </a:xfrm>
          <a:prstGeom prst="rect">
            <a:avLst/>
          </a:prstGeom>
          <a:noFill/>
        </p:spPr>
        <p:txBody>
          <a:bodyPr wrap="non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200" cap="none" spc="9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%copyright_etas%</a:t>
            </a:r>
          </a:p>
        </p:txBody>
      </p:sp>
      <p:sp>
        <p:nvSpPr>
          <p:cNvPr id="5" name="Footnote1inv" hidden="1">
            <a:extLst>
              <a:ext uri="{FF2B5EF4-FFF2-40B4-BE49-F238E27FC236}">
                <a16:creationId xmlns:a16="http://schemas.microsoft.com/office/drawing/2014/main" id="{64CB034B-10E2-5511-735A-CDA37EF16CB3}"/>
              </a:ext>
            </a:extLst>
          </p:cNvPr>
          <p:cNvSpPr txBox="1"/>
          <p:nvPr userDrawn="1"/>
        </p:nvSpPr>
        <p:spPr>
          <a:xfrm>
            <a:off x="1252817" y="5228487"/>
            <a:ext cx="9051362" cy="126000"/>
          </a:xfrm>
          <a:prstGeom prst="rect">
            <a:avLst/>
          </a:prstGeom>
          <a:noFill/>
        </p:spPr>
        <p:txBody>
          <a:bodyPr wrap="squar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200" cap="none" spc="9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%conf_etas_internal%%departmentshort%%dateformat%</a:t>
            </a:r>
          </a:p>
        </p:txBody>
      </p:sp>
      <p:sp>
        <p:nvSpPr>
          <p:cNvPr id="9" name="Footnote2" hidden="1">
            <a:extLst>
              <a:ext uri="{FF2B5EF4-FFF2-40B4-BE49-F238E27FC236}">
                <a16:creationId xmlns:a16="http://schemas.microsoft.com/office/drawing/2014/main" id="{3CBE5DC3-09AE-4038-B89E-D524F092CA9F}"/>
              </a:ext>
            </a:extLst>
          </p:cNvPr>
          <p:cNvSpPr txBox="1"/>
          <p:nvPr userDrawn="1"/>
        </p:nvSpPr>
        <p:spPr>
          <a:xfrm>
            <a:off x="874489" y="5568435"/>
            <a:ext cx="9051362" cy="126000"/>
          </a:xfrm>
          <a:prstGeom prst="rect">
            <a:avLst/>
          </a:prstGeom>
          <a:noFill/>
        </p:spPr>
        <p:txBody>
          <a:bodyPr wrap="non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200" cap="none" spc="9" normalizeH="0" baseline="0" noProof="1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%copyright_etas%</a:t>
            </a:r>
          </a:p>
        </p:txBody>
      </p:sp>
      <p:sp>
        <p:nvSpPr>
          <p:cNvPr id="10" name="Footnote1" hidden="1">
            <a:extLst>
              <a:ext uri="{FF2B5EF4-FFF2-40B4-BE49-F238E27FC236}">
                <a16:creationId xmlns:a16="http://schemas.microsoft.com/office/drawing/2014/main" id="{1B93D36C-C523-4C68-9A85-533D3DC048EE}"/>
              </a:ext>
            </a:extLst>
          </p:cNvPr>
          <p:cNvSpPr txBox="1"/>
          <p:nvPr userDrawn="1"/>
        </p:nvSpPr>
        <p:spPr>
          <a:xfrm>
            <a:off x="876300" y="5461570"/>
            <a:ext cx="9051362" cy="126000"/>
          </a:xfrm>
          <a:prstGeom prst="rect">
            <a:avLst/>
          </a:prstGeom>
          <a:noFill/>
        </p:spPr>
        <p:txBody>
          <a:bodyPr wrap="squar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200" cap="none" spc="9" normalizeH="0" baseline="0" noProof="1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%conf_etas_internal%%departmentshort%%dateformat%</a:t>
            </a:r>
          </a:p>
        </p:txBody>
      </p:sp>
      <p:sp>
        <p:nvSpPr>
          <p:cNvPr id="6" name="ETAS logo background">
            <a:extLst>
              <a:ext uri="{FF2B5EF4-FFF2-40B4-BE49-F238E27FC236}">
                <a16:creationId xmlns:a16="http://schemas.microsoft.com/office/drawing/2014/main" id="{2B4F1FC7-D636-5739-6597-7FE26268029D}"/>
              </a:ext>
            </a:extLst>
          </p:cNvPr>
          <p:cNvSpPr>
            <a:spLocks noSelect="1"/>
          </p:cNvSpPr>
          <p:nvPr userDrawn="1"/>
        </p:nvSpPr>
        <p:spPr>
          <a:xfrm>
            <a:off x="9990000" y="276225"/>
            <a:ext cx="979625" cy="287934"/>
          </a:xfrm>
          <a:custGeom>
            <a:avLst/>
            <a:gdLst>
              <a:gd name="connsiteX0" fmla="*/ 143967 w 979625"/>
              <a:gd name="connsiteY0" fmla="*/ 0 h 287934"/>
              <a:gd name="connsiteX1" fmla="*/ 979625 w 979625"/>
              <a:gd name="connsiteY1" fmla="*/ 0 h 287934"/>
              <a:gd name="connsiteX2" fmla="*/ 979625 w 979625"/>
              <a:gd name="connsiteY2" fmla="*/ 287934 h 287934"/>
              <a:gd name="connsiteX3" fmla="*/ 143967 w 979625"/>
              <a:gd name="connsiteY3" fmla="*/ 287934 h 287934"/>
              <a:gd name="connsiteX4" fmla="*/ 0 w 979625"/>
              <a:gd name="connsiteY4" fmla="*/ 143967 h 287934"/>
              <a:gd name="connsiteX5" fmla="*/ 143967 w 979625"/>
              <a:gd name="connsiteY5" fmla="*/ 0 h 287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9625" h="287934">
                <a:moveTo>
                  <a:pt x="143967" y="0"/>
                </a:moveTo>
                <a:lnTo>
                  <a:pt x="979625" y="0"/>
                </a:lnTo>
                <a:lnTo>
                  <a:pt x="979625" y="287934"/>
                </a:lnTo>
                <a:lnTo>
                  <a:pt x="143967" y="287934"/>
                </a:lnTo>
                <a:cubicBezTo>
                  <a:pt x="64456" y="287934"/>
                  <a:pt x="0" y="223478"/>
                  <a:pt x="0" y="143967"/>
                </a:cubicBezTo>
                <a:cubicBezTo>
                  <a:pt x="0" y="64456"/>
                  <a:pt x="64456" y="0"/>
                  <a:pt x="143967" y="0"/>
                </a:cubicBezTo>
                <a:close/>
              </a:path>
            </a:pathLst>
          </a:custGeom>
          <a:gradFill>
            <a:gsLst>
              <a:gs pos="100000">
                <a:srgbClr val="89037A"/>
              </a:gs>
              <a:gs pos="10000">
                <a:srgbClr val="164293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ETAS logo">
            <a:extLst>
              <a:ext uri="{FF2B5EF4-FFF2-40B4-BE49-F238E27FC236}">
                <a16:creationId xmlns:a16="http://schemas.microsoft.com/office/drawing/2014/main" id="{5DA1F348-1FBB-191B-B9C3-C047EEA48593}"/>
              </a:ext>
            </a:extLst>
          </p:cNvPr>
          <p:cNvSpPr>
            <a:spLocks noSelect="1"/>
          </p:cNvSpPr>
          <p:nvPr/>
        </p:nvSpPr>
        <p:spPr>
          <a:xfrm>
            <a:off x="10116000" y="347292"/>
            <a:ext cx="581559" cy="147604"/>
          </a:xfrm>
          <a:custGeom>
            <a:avLst/>
            <a:gdLst>
              <a:gd name="connsiteX0" fmla="*/ 472507 w 581559"/>
              <a:gd name="connsiteY0" fmla="*/ 46506 h 147604"/>
              <a:gd name="connsiteX1" fmla="*/ 486392 w 581559"/>
              <a:gd name="connsiteY1" fmla="*/ 32519 h 147604"/>
              <a:gd name="connsiteX2" fmla="*/ 550624 w 581559"/>
              <a:gd name="connsiteY2" fmla="*/ 32519 h 147604"/>
              <a:gd name="connsiteX3" fmla="*/ 566777 w 581559"/>
              <a:gd name="connsiteY3" fmla="*/ 17736 h 147604"/>
              <a:gd name="connsiteX4" fmla="*/ 550624 w 581559"/>
              <a:gd name="connsiteY4" fmla="*/ 2954 h 147604"/>
              <a:gd name="connsiteX5" fmla="*/ 487676 w 581559"/>
              <a:gd name="connsiteY5" fmla="*/ 2952 h 147604"/>
              <a:gd name="connsiteX6" fmla="*/ 442939 w 581559"/>
              <a:gd name="connsiteY6" fmla="*/ 46506 h 147604"/>
              <a:gd name="connsiteX7" fmla="*/ 487676 w 581559"/>
              <a:gd name="connsiteY7" fmla="*/ 90060 h 147604"/>
              <a:gd name="connsiteX8" fmla="*/ 538106 w 581559"/>
              <a:gd name="connsiteY8" fmla="*/ 90060 h 147604"/>
              <a:gd name="connsiteX9" fmla="*/ 551994 w 581559"/>
              <a:gd name="connsiteY9" fmla="*/ 104047 h 147604"/>
              <a:gd name="connsiteX10" fmla="*/ 538106 w 581559"/>
              <a:gd name="connsiteY10" fmla="*/ 118034 h 147604"/>
              <a:gd name="connsiteX11" fmla="*/ 473876 w 581559"/>
              <a:gd name="connsiteY11" fmla="*/ 118039 h 147604"/>
              <a:gd name="connsiteX12" fmla="*/ 457722 w 581559"/>
              <a:gd name="connsiteY12" fmla="*/ 132821 h 147604"/>
              <a:gd name="connsiteX13" fmla="*/ 473876 w 581559"/>
              <a:gd name="connsiteY13" fmla="*/ 147604 h 147604"/>
              <a:gd name="connsiteX14" fmla="*/ 536825 w 581559"/>
              <a:gd name="connsiteY14" fmla="*/ 147601 h 147604"/>
              <a:gd name="connsiteX15" fmla="*/ 581560 w 581559"/>
              <a:gd name="connsiteY15" fmla="*/ 104047 h 147604"/>
              <a:gd name="connsiteX16" fmla="*/ 536825 w 581559"/>
              <a:gd name="connsiteY16" fmla="*/ 60493 h 147604"/>
              <a:gd name="connsiteX17" fmla="*/ 486392 w 581559"/>
              <a:gd name="connsiteY17" fmla="*/ 60493 h 147604"/>
              <a:gd name="connsiteX18" fmla="*/ 472507 w 581559"/>
              <a:gd name="connsiteY18" fmla="*/ 46506 h 147604"/>
              <a:gd name="connsiteX19" fmla="*/ 472507 w 581559"/>
              <a:gd name="connsiteY19" fmla="*/ 46506 h 147604"/>
              <a:gd name="connsiteX20" fmla="*/ 440512 w 581559"/>
              <a:gd name="connsiteY20" fmla="*/ 124204 h 147604"/>
              <a:gd name="connsiteX21" fmla="*/ 375437 w 581559"/>
              <a:gd name="connsiteY21" fmla="*/ 11489 h 147604"/>
              <a:gd name="connsiteX22" fmla="*/ 369116 w 581559"/>
              <a:gd name="connsiteY22" fmla="*/ 4900 h 147604"/>
              <a:gd name="connsiteX23" fmla="*/ 369108 w 581559"/>
              <a:gd name="connsiteY23" fmla="*/ 4890 h 147604"/>
              <a:gd name="connsiteX24" fmla="*/ 369040 w 581559"/>
              <a:gd name="connsiteY24" fmla="*/ 4855 h 147604"/>
              <a:gd name="connsiteX25" fmla="*/ 363613 w 581559"/>
              <a:gd name="connsiteY25" fmla="*/ 2996 h 147604"/>
              <a:gd name="connsiteX26" fmla="*/ 363511 w 581559"/>
              <a:gd name="connsiteY26" fmla="*/ 2983 h 147604"/>
              <a:gd name="connsiteX27" fmla="*/ 362422 w 581559"/>
              <a:gd name="connsiteY27" fmla="*/ 2898 h 147604"/>
              <a:gd name="connsiteX28" fmla="*/ 361833 w 581559"/>
              <a:gd name="connsiteY28" fmla="*/ 2883 h 147604"/>
              <a:gd name="connsiteX29" fmla="*/ 361244 w 581559"/>
              <a:gd name="connsiteY29" fmla="*/ 2898 h 147604"/>
              <a:gd name="connsiteX30" fmla="*/ 360155 w 581559"/>
              <a:gd name="connsiteY30" fmla="*/ 2983 h 147604"/>
              <a:gd name="connsiteX31" fmla="*/ 360053 w 581559"/>
              <a:gd name="connsiteY31" fmla="*/ 2996 h 147604"/>
              <a:gd name="connsiteX32" fmla="*/ 354626 w 581559"/>
              <a:gd name="connsiteY32" fmla="*/ 4855 h 147604"/>
              <a:gd name="connsiteX33" fmla="*/ 354558 w 581559"/>
              <a:gd name="connsiteY33" fmla="*/ 4890 h 147604"/>
              <a:gd name="connsiteX34" fmla="*/ 354550 w 581559"/>
              <a:gd name="connsiteY34" fmla="*/ 4900 h 147604"/>
              <a:gd name="connsiteX35" fmla="*/ 348229 w 581559"/>
              <a:gd name="connsiteY35" fmla="*/ 11489 h 147604"/>
              <a:gd name="connsiteX36" fmla="*/ 283154 w 581559"/>
              <a:gd name="connsiteY36" fmla="*/ 124204 h 147604"/>
              <a:gd name="connsiteX37" fmla="*/ 287879 w 581559"/>
              <a:gd name="connsiteY37" fmla="*/ 145585 h 147604"/>
              <a:gd name="connsiteX38" fmla="*/ 308758 w 581559"/>
              <a:gd name="connsiteY38" fmla="*/ 138986 h 147604"/>
              <a:gd name="connsiteX39" fmla="*/ 361833 w 581559"/>
              <a:gd name="connsiteY39" fmla="*/ 47057 h 147604"/>
              <a:gd name="connsiteX40" fmla="*/ 414908 w 581559"/>
              <a:gd name="connsiteY40" fmla="*/ 138986 h 147604"/>
              <a:gd name="connsiteX41" fmla="*/ 435787 w 581559"/>
              <a:gd name="connsiteY41" fmla="*/ 145585 h 147604"/>
              <a:gd name="connsiteX42" fmla="*/ 440512 w 581559"/>
              <a:gd name="connsiteY42" fmla="*/ 124204 h 147604"/>
              <a:gd name="connsiteX43" fmla="*/ 440512 w 581559"/>
              <a:gd name="connsiteY43" fmla="*/ 124204 h 147604"/>
              <a:gd name="connsiteX44" fmla="*/ 305728 w 581559"/>
              <a:gd name="connsiteY44" fmla="*/ 17737 h 147604"/>
              <a:gd name="connsiteX45" fmla="*/ 289574 w 581559"/>
              <a:gd name="connsiteY45" fmla="*/ 2954 h 147604"/>
              <a:gd name="connsiteX46" fmla="*/ 163756 w 581559"/>
              <a:gd name="connsiteY46" fmla="*/ 2954 h 147604"/>
              <a:gd name="connsiteX47" fmla="*/ 147602 w 581559"/>
              <a:gd name="connsiteY47" fmla="*/ 17737 h 147604"/>
              <a:gd name="connsiteX48" fmla="*/ 163756 w 581559"/>
              <a:gd name="connsiteY48" fmla="*/ 32520 h 147604"/>
              <a:gd name="connsiteX49" fmla="*/ 211890 w 581559"/>
              <a:gd name="connsiteY49" fmla="*/ 32520 h 147604"/>
              <a:gd name="connsiteX50" fmla="*/ 211891 w 581559"/>
              <a:gd name="connsiteY50" fmla="*/ 131450 h 147604"/>
              <a:gd name="connsiteX51" fmla="*/ 226673 w 581559"/>
              <a:gd name="connsiteY51" fmla="*/ 147604 h 147604"/>
              <a:gd name="connsiteX52" fmla="*/ 241456 w 581559"/>
              <a:gd name="connsiteY52" fmla="*/ 131450 h 147604"/>
              <a:gd name="connsiteX53" fmla="*/ 241457 w 581559"/>
              <a:gd name="connsiteY53" fmla="*/ 32520 h 147604"/>
              <a:gd name="connsiteX54" fmla="*/ 289574 w 581559"/>
              <a:gd name="connsiteY54" fmla="*/ 32520 h 147604"/>
              <a:gd name="connsiteX55" fmla="*/ 305728 w 581559"/>
              <a:gd name="connsiteY55" fmla="*/ 17737 h 147604"/>
              <a:gd name="connsiteX56" fmla="*/ 305728 w 581559"/>
              <a:gd name="connsiteY56" fmla="*/ 17737 h 147604"/>
              <a:gd name="connsiteX57" fmla="*/ 147603 w 581559"/>
              <a:gd name="connsiteY57" fmla="*/ 73802 h 147604"/>
              <a:gd name="connsiteX58" fmla="*/ 73800 w 581559"/>
              <a:gd name="connsiteY58" fmla="*/ 0 h 147604"/>
              <a:gd name="connsiteX59" fmla="*/ 0 w 581559"/>
              <a:gd name="connsiteY59" fmla="*/ 73802 h 147604"/>
              <a:gd name="connsiteX60" fmla="*/ 80218 w 581559"/>
              <a:gd name="connsiteY60" fmla="*/ 147604 h 147604"/>
              <a:gd name="connsiteX61" fmla="*/ 106710 w 581559"/>
              <a:gd name="connsiteY61" fmla="*/ 147604 h 147604"/>
              <a:gd name="connsiteX62" fmla="*/ 125431 w 581559"/>
              <a:gd name="connsiteY62" fmla="*/ 132821 h 147604"/>
              <a:gd name="connsiteX63" fmla="*/ 109278 w 581559"/>
              <a:gd name="connsiteY63" fmla="*/ 118039 h 147604"/>
              <a:gd name="connsiteX64" fmla="*/ 80218 w 581559"/>
              <a:gd name="connsiteY64" fmla="*/ 118038 h 147604"/>
              <a:gd name="connsiteX65" fmla="*/ 32354 w 581559"/>
              <a:gd name="connsiteY65" fmla="*/ 90062 h 147604"/>
              <a:gd name="connsiteX66" fmla="*/ 132820 w 581559"/>
              <a:gd name="connsiteY66" fmla="*/ 90062 h 147604"/>
              <a:gd name="connsiteX67" fmla="*/ 147603 w 581559"/>
              <a:gd name="connsiteY67" fmla="*/ 75278 h 147604"/>
              <a:gd name="connsiteX68" fmla="*/ 147603 w 581559"/>
              <a:gd name="connsiteY68" fmla="*/ 73802 h 147604"/>
              <a:gd name="connsiteX69" fmla="*/ 147603 w 581559"/>
              <a:gd name="connsiteY69" fmla="*/ 73802 h 147604"/>
              <a:gd name="connsiteX70" fmla="*/ 115990 w 581559"/>
              <a:gd name="connsiteY70" fmla="*/ 60494 h 147604"/>
              <a:gd name="connsiteX71" fmla="*/ 31612 w 581559"/>
              <a:gd name="connsiteY71" fmla="*/ 60494 h 147604"/>
              <a:gd name="connsiteX72" fmla="*/ 73800 w 581559"/>
              <a:gd name="connsiteY72" fmla="*/ 29568 h 147604"/>
              <a:gd name="connsiteX73" fmla="*/ 115990 w 581559"/>
              <a:gd name="connsiteY73" fmla="*/ 60494 h 147604"/>
              <a:gd name="connsiteX74" fmla="*/ 115990 w 581559"/>
              <a:gd name="connsiteY74" fmla="*/ 60494 h 14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81559" h="147604">
                <a:moveTo>
                  <a:pt x="472507" y="46506"/>
                </a:moveTo>
                <a:cubicBezTo>
                  <a:pt x="472507" y="38794"/>
                  <a:pt x="478736" y="32519"/>
                  <a:pt x="486392" y="32519"/>
                </a:cubicBezTo>
                <a:lnTo>
                  <a:pt x="550624" y="32519"/>
                </a:lnTo>
                <a:cubicBezTo>
                  <a:pt x="560575" y="32519"/>
                  <a:pt x="566777" y="25901"/>
                  <a:pt x="566777" y="17736"/>
                </a:cubicBezTo>
                <a:cubicBezTo>
                  <a:pt x="566777" y="9572"/>
                  <a:pt x="560575" y="2954"/>
                  <a:pt x="550624" y="2954"/>
                </a:cubicBezTo>
                <a:lnTo>
                  <a:pt x="487676" y="2952"/>
                </a:lnTo>
                <a:cubicBezTo>
                  <a:pt x="462218" y="2952"/>
                  <a:pt x="442939" y="22490"/>
                  <a:pt x="442939" y="46506"/>
                </a:cubicBezTo>
                <a:cubicBezTo>
                  <a:pt x="442939" y="70522"/>
                  <a:pt x="462218" y="90060"/>
                  <a:pt x="487676" y="90060"/>
                </a:cubicBezTo>
                <a:lnTo>
                  <a:pt x="538106" y="90060"/>
                </a:lnTo>
                <a:cubicBezTo>
                  <a:pt x="545761" y="90060"/>
                  <a:pt x="551994" y="96335"/>
                  <a:pt x="551994" y="104047"/>
                </a:cubicBezTo>
                <a:cubicBezTo>
                  <a:pt x="551994" y="111759"/>
                  <a:pt x="545761" y="118034"/>
                  <a:pt x="538106" y="118034"/>
                </a:cubicBezTo>
                <a:lnTo>
                  <a:pt x="473876" y="118039"/>
                </a:lnTo>
                <a:cubicBezTo>
                  <a:pt x="463926" y="118039"/>
                  <a:pt x="457722" y="124657"/>
                  <a:pt x="457722" y="132821"/>
                </a:cubicBezTo>
                <a:cubicBezTo>
                  <a:pt x="457722" y="140986"/>
                  <a:pt x="463926" y="147604"/>
                  <a:pt x="473876" y="147604"/>
                </a:cubicBezTo>
                <a:lnTo>
                  <a:pt x="536825" y="147601"/>
                </a:lnTo>
                <a:cubicBezTo>
                  <a:pt x="562278" y="147601"/>
                  <a:pt x="581560" y="128063"/>
                  <a:pt x="581560" y="104047"/>
                </a:cubicBezTo>
                <a:cubicBezTo>
                  <a:pt x="581560" y="80031"/>
                  <a:pt x="562278" y="60493"/>
                  <a:pt x="536825" y="60493"/>
                </a:cubicBezTo>
                <a:lnTo>
                  <a:pt x="486392" y="60493"/>
                </a:lnTo>
                <a:cubicBezTo>
                  <a:pt x="478736" y="60493"/>
                  <a:pt x="472507" y="54218"/>
                  <a:pt x="472507" y="46506"/>
                </a:cubicBezTo>
                <a:lnTo>
                  <a:pt x="472507" y="46506"/>
                </a:lnTo>
                <a:close/>
                <a:moveTo>
                  <a:pt x="440512" y="124204"/>
                </a:moveTo>
                <a:lnTo>
                  <a:pt x="375437" y="11489"/>
                </a:lnTo>
                <a:cubicBezTo>
                  <a:pt x="373716" y="8508"/>
                  <a:pt x="371528" y="6330"/>
                  <a:pt x="369116" y="4900"/>
                </a:cubicBezTo>
                <a:lnTo>
                  <a:pt x="369108" y="4890"/>
                </a:lnTo>
                <a:cubicBezTo>
                  <a:pt x="369085" y="4877"/>
                  <a:pt x="369062" y="4868"/>
                  <a:pt x="369040" y="4855"/>
                </a:cubicBezTo>
                <a:cubicBezTo>
                  <a:pt x="367317" y="3847"/>
                  <a:pt x="365482" y="3230"/>
                  <a:pt x="363613" y="2996"/>
                </a:cubicBezTo>
                <a:cubicBezTo>
                  <a:pt x="363579" y="2992"/>
                  <a:pt x="363545" y="2987"/>
                  <a:pt x="363511" y="2983"/>
                </a:cubicBezTo>
                <a:cubicBezTo>
                  <a:pt x="363149" y="2940"/>
                  <a:pt x="362786" y="2912"/>
                  <a:pt x="362422" y="2898"/>
                </a:cubicBezTo>
                <a:cubicBezTo>
                  <a:pt x="362225" y="2889"/>
                  <a:pt x="362029" y="2885"/>
                  <a:pt x="361833" y="2883"/>
                </a:cubicBezTo>
                <a:cubicBezTo>
                  <a:pt x="361636" y="2884"/>
                  <a:pt x="361440" y="2889"/>
                  <a:pt x="361244" y="2898"/>
                </a:cubicBezTo>
                <a:cubicBezTo>
                  <a:pt x="360880" y="2912"/>
                  <a:pt x="360517" y="2940"/>
                  <a:pt x="360155" y="2983"/>
                </a:cubicBezTo>
                <a:cubicBezTo>
                  <a:pt x="360121" y="2987"/>
                  <a:pt x="360087" y="2992"/>
                  <a:pt x="360053" y="2996"/>
                </a:cubicBezTo>
                <a:cubicBezTo>
                  <a:pt x="358184" y="3230"/>
                  <a:pt x="356349" y="3847"/>
                  <a:pt x="354626" y="4855"/>
                </a:cubicBezTo>
                <a:cubicBezTo>
                  <a:pt x="354604" y="4868"/>
                  <a:pt x="354580" y="4877"/>
                  <a:pt x="354558" y="4890"/>
                </a:cubicBezTo>
                <a:cubicBezTo>
                  <a:pt x="354558" y="4890"/>
                  <a:pt x="354551" y="4898"/>
                  <a:pt x="354550" y="4900"/>
                </a:cubicBezTo>
                <a:cubicBezTo>
                  <a:pt x="352138" y="6330"/>
                  <a:pt x="349950" y="8508"/>
                  <a:pt x="348229" y="11489"/>
                </a:cubicBezTo>
                <a:lnTo>
                  <a:pt x="283154" y="124204"/>
                </a:lnTo>
                <a:cubicBezTo>
                  <a:pt x="278179" y="132821"/>
                  <a:pt x="280808" y="141503"/>
                  <a:pt x="287879" y="145585"/>
                </a:cubicBezTo>
                <a:cubicBezTo>
                  <a:pt x="294949" y="149667"/>
                  <a:pt x="303783" y="147604"/>
                  <a:pt x="308758" y="138986"/>
                </a:cubicBezTo>
                <a:lnTo>
                  <a:pt x="361833" y="47057"/>
                </a:lnTo>
                <a:lnTo>
                  <a:pt x="414908" y="138986"/>
                </a:lnTo>
                <a:cubicBezTo>
                  <a:pt x="419883" y="147604"/>
                  <a:pt x="428717" y="149667"/>
                  <a:pt x="435787" y="145585"/>
                </a:cubicBezTo>
                <a:cubicBezTo>
                  <a:pt x="442858" y="141503"/>
                  <a:pt x="445488" y="132821"/>
                  <a:pt x="440512" y="124204"/>
                </a:cubicBezTo>
                <a:lnTo>
                  <a:pt x="440512" y="124204"/>
                </a:lnTo>
                <a:close/>
                <a:moveTo>
                  <a:pt x="305728" y="17737"/>
                </a:moveTo>
                <a:cubicBezTo>
                  <a:pt x="305728" y="9572"/>
                  <a:pt x="299524" y="2954"/>
                  <a:pt x="289574" y="2954"/>
                </a:cubicBezTo>
                <a:lnTo>
                  <a:pt x="163756" y="2954"/>
                </a:lnTo>
                <a:cubicBezTo>
                  <a:pt x="153805" y="2954"/>
                  <a:pt x="147602" y="9572"/>
                  <a:pt x="147602" y="17737"/>
                </a:cubicBezTo>
                <a:cubicBezTo>
                  <a:pt x="147602" y="25901"/>
                  <a:pt x="153805" y="32520"/>
                  <a:pt x="163756" y="32520"/>
                </a:cubicBezTo>
                <a:lnTo>
                  <a:pt x="211890" y="32520"/>
                </a:lnTo>
                <a:lnTo>
                  <a:pt x="211891" y="131450"/>
                </a:lnTo>
                <a:cubicBezTo>
                  <a:pt x="211891" y="141400"/>
                  <a:pt x="218509" y="147604"/>
                  <a:pt x="226673" y="147604"/>
                </a:cubicBezTo>
                <a:cubicBezTo>
                  <a:pt x="234838" y="147604"/>
                  <a:pt x="241456" y="141400"/>
                  <a:pt x="241456" y="131450"/>
                </a:cubicBezTo>
                <a:lnTo>
                  <a:pt x="241457" y="32520"/>
                </a:lnTo>
                <a:lnTo>
                  <a:pt x="289574" y="32520"/>
                </a:lnTo>
                <a:cubicBezTo>
                  <a:pt x="299524" y="32520"/>
                  <a:pt x="305728" y="25901"/>
                  <a:pt x="305728" y="17737"/>
                </a:cubicBezTo>
                <a:lnTo>
                  <a:pt x="305728" y="17737"/>
                </a:lnTo>
                <a:close/>
                <a:moveTo>
                  <a:pt x="147603" y="73802"/>
                </a:moveTo>
                <a:cubicBezTo>
                  <a:pt x="147603" y="33107"/>
                  <a:pt x="114496" y="0"/>
                  <a:pt x="73800" y="0"/>
                </a:cubicBezTo>
                <a:cubicBezTo>
                  <a:pt x="33105" y="0"/>
                  <a:pt x="0" y="33107"/>
                  <a:pt x="0" y="73802"/>
                </a:cubicBezTo>
                <a:cubicBezTo>
                  <a:pt x="0" y="117256"/>
                  <a:pt x="32987" y="147604"/>
                  <a:pt x="80218" y="147604"/>
                </a:cubicBezTo>
                <a:lnTo>
                  <a:pt x="106710" y="147604"/>
                </a:lnTo>
                <a:cubicBezTo>
                  <a:pt x="117856" y="147604"/>
                  <a:pt x="125431" y="141366"/>
                  <a:pt x="125431" y="132821"/>
                </a:cubicBezTo>
                <a:cubicBezTo>
                  <a:pt x="125431" y="124657"/>
                  <a:pt x="119227" y="118039"/>
                  <a:pt x="109278" y="118039"/>
                </a:cubicBezTo>
                <a:lnTo>
                  <a:pt x="80218" y="118038"/>
                </a:lnTo>
                <a:cubicBezTo>
                  <a:pt x="56213" y="118038"/>
                  <a:pt x="38835" y="107468"/>
                  <a:pt x="32354" y="90062"/>
                </a:cubicBezTo>
                <a:lnTo>
                  <a:pt x="132820" y="90062"/>
                </a:lnTo>
                <a:cubicBezTo>
                  <a:pt x="140984" y="90062"/>
                  <a:pt x="147603" y="83443"/>
                  <a:pt x="147603" y="75278"/>
                </a:cubicBezTo>
                <a:lnTo>
                  <a:pt x="147603" y="73802"/>
                </a:lnTo>
                <a:lnTo>
                  <a:pt x="147603" y="73802"/>
                </a:lnTo>
                <a:close/>
                <a:moveTo>
                  <a:pt x="115990" y="60494"/>
                </a:moveTo>
                <a:lnTo>
                  <a:pt x="31612" y="60494"/>
                </a:lnTo>
                <a:cubicBezTo>
                  <a:pt x="37274" y="42587"/>
                  <a:pt x="54045" y="29568"/>
                  <a:pt x="73800" y="29568"/>
                </a:cubicBezTo>
                <a:cubicBezTo>
                  <a:pt x="93555" y="29568"/>
                  <a:pt x="110329" y="42587"/>
                  <a:pt x="115990" y="60494"/>
                </a:cubicBezTo>
                <a:lnTo>
                  <a:pt x="115990" y="60494"/>
                </a:lnTo>
                <a:close/>
              </a:path>
            </a:pathLst>
          </a:custGeom>
          <a:solidFill>
            <a:srgbClr val="FFFFFF"/>
          </a:solidFill>
          <a:ln w="51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Footnote2">
            <a:extLst>
              <a:ext uri="{FF2B5EF4-FFF2-40B4-BE49-F238E27FC236}">
                <a16:creationId xmlns:a16="http://schemas.microsoft.com/office/drawing/2014/main" id="{1493CA85-2CB3-4686-97B8-52C29C2839E7}"/>
              </a:ext>
            </a:extLst>
          </p:cNvPr>
          <p:cNvSpPr txBox="1"/>
          <p:nvPr userDrawn="1"/>
        </p:nvSpPr>
        <p:spPr>
          <a:xfrm>
            <a:off x="273600" y="5797897"/>
            <a:ext cx="9051362" cy="126000"/>
          </a:xfrm>
          <a:prstGeom prst="rect">
            <a:avLst/>
          </a:prstGeom>
          <a:noFill/>
        </p:spPr>
        <p:txBody>
          <a:bodyPr wrap="non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200" cap="none" spc="9" normalizeH="0" baseline="0" noProof="1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2025 ETAS GmbH.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11" name="Footnote1"/>
          <p:cNvSpPr txBox="1"/>
          <p:nvPr userDrawn="1"/>
        </p:nvSpPr>
        <p:spPr>
          <a:xfrm>
            <a:off x="273600" y="5691032"/>
            <a:ext cx="9051362" cy="126000"/>
          </a:xfrm>
          <a:prstGeom prst="rect">
            <a:avLst/>
          </a:prstGeom>
          <a:noFill/>
        </p:spPr>
        <p:txBody>
          <a:bodyPr wrap="square" lIns="25200" tIns="1800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200" cap="none" spc="9" normalizeH="0" baseline="0" noProof="1">
                <a:ln>
                  <a:noFill/>
                </a:ln>
                <a:solidFill>
                  <a:srgbClr val="16429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Internal | ETAS-DEV/XPC-Fe1 | 28.06.2022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A68CDF-EE40-4865-A626-F5EEA9559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7341" y="5742703"/>
            <a:ext cx="464111" cy="219945"/>
          </a:xfrm>
          <a:prstGeom prst="rect">
            <a:avLst/>
          </a:prstGeom>
        </p:spPr>
        <p:txBody>
          <a:bodyPr vert="horz" wrap="none" lIns="0" tIns="36000" rIns="0" bIns="0" rtlCol="0" anchor="t" anchorCtr="0"/>
          <a:lstStyle>
            <a:lvl1pPr algn="r">
              <a:defRPr sz="2800" baseline="30000">
                <a:solidFill>
                  <a:schemeClr val="tx2"/>
                </a:solidFill>
              </a:defRPr>
            </a:lvl1pPr>
          </a:lstStyle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‹Nr.›</a:t>
            </a:fld>
            <a:endParaRPr lang="en-US" noProof="1">
              <a:solidFill>
                <a:srgbClr val="164293"/>
              </a:solidFill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0C6A7BA-DC98-43BF-AA13-880CD5801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3600" y="1285304"/>
            <a:ext cx="10426150" cy="41841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Level 1</a:t>
            </a:r>
          </a:p>
          <a:p>
            <a:pPr lvl="1"/>
            <a:r>
              <a:rPr lang="en-US" noProof="1"/>
              <a:t>Level 2</a:t>
            </a:r>
          </a:p>
          <a:p>
            <a:pPr lvl="2"/>
            <a:r>
              <a:rPr lang="en-US" noProof="1"/>
              <a:t>Level 3</a:t>
            </a:r>
          </a:p>
          <a:p>
            <a:pPr lvl="3"/>
            <a:r>
              <a:rPr lang="en-US" noProof="1"/>
              <a:t>Level 4</a:t>
            </a:r>
          </a:p>
          <a:p>
            <a:pPr lvl="4"/>
            <a:r>
              <a:rPr lang="en-US" noProof="1"/>
              <a:t>Level 5</a:t>
            </a:r>
          </a:p>
          <a:p>
            <a:pPr lvl="5"/>
            <a:r>
              <a:rPr lang="en-US" noProof="1"/>
              <a:t>Level 6</a:t>
            </a:r>
          </a:p>
          <a:p>
            <a:pPr lvl="6"/>
            <a:r>
              <a:rPr lang="en-US" noProof="1"/>
              <a:t>Level 7</a:t>
            </a:r>
          </a:p>
          <a:p>
            <a:pPr lvl="7"/>
            <a:r>
              <a:rPr lang="en-US" noProof="1"/>
              <a:t>Level 8</a:t>
            </a:r>
          </a:p>
          <a:p>
            <a:pPr lvl="8"/>
            <a:r>
              <a:rPr lang="en-US" noProof="1"/>
              <a:t>Level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00" y="695790"/>
            <a:ext cx="9154800" cy="35934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US" noProof="1"/>
              <a:t>Subline (optional)</a:t>
            </a:r>
          </a:p>
        </p:txBody>
      </p:sp>
    </p:spTree>
    <p:extLst>
      <p:ext uri="{BB962C8B-B14F-4D97-AF65-F5344CB8AC3E}">
        <p14:creationId xmlns:p14="http://schemas.microsoft.com/office/powerpoint/2010/main" val="387362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93" r:id="rId2"/>
    <p:sldLayoutId id="2147483694" r:id="rId3"/>
    <p:sldLayoutId id="2147483695" r:id="rId4"/>
    <p:sldLayoutId id="2147483677" r:id="rId5"/>
    <p:sldLayoutId id="2147483675" r:id="rId6"/>
    <p:sldLayoutId id="2147483676" r:id="rId7"/>
    <p:sldLayoutId id="2147483678" r:id="rId8"/>
    <p:sldLayoutId id="2147483679" r:id="rId9"/>
    <p:sldLayoutId id="2147483680" r:id="rId10"/>
    <p:sldLayoutId id="2147483689" r:id="rId11"/>
    <p:sldLayoutId id="2147483681" r:id="rId12"/>
    <p:sldLayoutId id="2147483682" r:id="rId13"/>
    <p:sldLayoutId id="2147483690" r:id="rId14"/>
    <p:sldLayoutId id="2147483691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692" r:id="rId27"/>
  </p:sldLayoutIdLst>
  <p:hf hdr="0" ftr="0" dt="0"/>
  <p:txStyles>
    <p:titleStyle>
      <a:lvl1pPr algn="l" defTabSz="617083" rtl="0" eaLnBrk="1" latinLnBrk="0" hangingPunct="1">
        <a:lnSpc>
          <a:spcPct val="100000"/>
        </a:lnSpc>
        <a:spcBef>
          <a:spcPct val="0"/>
        </a:spcBef>
        <a:buNone/>
        <a:defRPr sz="1800" kern="20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25475" rtl="0" eaLnBrk="1" latinLnBrk="0" hangingPunct="1">
        <a:lnSpc>
          <a:spcPct val="110000"/>
        </a:lnSpc>
        <a:spcBef>
          <a:spcPts val="0"/>
        </a:spcBef>
        <a:buClr>
          <a:srgbClr val="000000"/>
        </a:buClr>
        <a:buSzPct val="100000"/>
        <a:buFont typeface="Arial" panose="020B0604020202020204" pitchFamily="34" charset="0"/>
        <a:buChar char="–"/>
        <a:tabLst/>
        <a:defRPr sz="1800" b="0" kern="200" baseline="0">
          <a:solidFill>
            <a:srgbClr val="000000"/>
          </a:solidFill>
          <a:latin typeface="+mn-lt"/>
          <a:ea typeface="+mn-ea"/>
          <a:cs typeface="+mn-cs"/>
        </a:defRPr>
      </a:lvl1pPr>
      <a:lvl2pPr marL="366713" indent="-179388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100000"/>
        <a:buFont typeface="Arial" panose="020B0604020202020204" pitchFamily="34" charset="0"/>
        <a:buChar char="–"/>
        <a:tabLst/>
        <a:defRPr sz="1800" b="0" kern="200" baseline="0">
          <a:solidFill>
            <a:srgbClr val="000000"/>
          </a:solidFill>
          <a:latin typeface="+mn-lt"/>
          <a:ea typeface="+mn-ea"/>
          <a:cs typeface="+mn-cs"/>
        </a:defRPr>
      </a:lvl2pPr>
      <a:lvl3pPr marL="555625" indent="-17145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100000"/>
        <a:buFont typeface="Arial" panose="020B0604020202020204" pitchFamily="34" charset="0"/>
        <a:buChar char="–"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3pPr>
      <a:lvl4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4pPr>
      <a:lvl5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5pPr>
      <a:lvl6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6pPr>
      <a:lvl7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7pPr>
      <a:lvl8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8pPr>
      <a:lvl9pPr marL="0" indent="0" algn="l" defTabSz="617083" rtl="0" eaLnBrk="1" latinLnBrk="0" hangingPunct="1">
        <a:lnSpc>
          <a:spcPct val="110000"/>
        </a:lnSpc>
        <a:spcBef>
          <a:spcPts val="0"/>
        </a:spcBef>
        <a:buClr>
          <a:schemeClr val="bg2">
            <a:lumMod val="10000"/>
          </a:schemeClr>
        </a:buClr>
        <a:buSzPct val="90000"/>
        <a:buFontTx/>
        <a:buNone/>
        <a:tabLst/>
        <a:defRPr lang="de-DE" sz="1800" b="0" kern="200" baseline="0" dirty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541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083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624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166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2707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249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59790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331" algn="l" defTabSz="617083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268D73-4E88-41B9-AA8A-D53D197C2000}"/>
              </a:ext>
            </a:extLst>
          </p:cNvPr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New approach for generating EHB Containers from .</a:t>
            </a:r>
            <a:r>
              <a:rPr lang="en-US" dirty="0" err="1">
                <a:solidFill>
                  <a:srgbClr val="FFFFFF"/>
                </a:solidFill>
              </a:rPr>
              <a:t>arxml</a:t>
            </a:r>
            <a:r>
              <a:rPr lang="en-US" dirty="0">
                <a:solidFill>
                  <a:srgbClr val="FFFFFF"/>
                </a:solidFill>
              </a:rPr>
              <a:t> files only</a:t>
            </a:r>
            <a:endParaRPr lang="it-IT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8A6C3-941A-4F1F-A5F1-9B8693ED55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>
                <a:solidFill>
                  <a:srgbClr val="FFFFFF"/>
                </a:solidFill>
              </a:rPr>
              <a:t>ETAS EHANDBOOK 10.1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3048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FCC1B6D-A440-4050-A97D-29D509D1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00" y="695790"/>
            <a:ext cx="9154800" cy="359345"/>
          </a:xfrm>
        </p:spPr>
        <p:txBody>
          <a:bodyPr lIns="0" tIns="0" rIns="0" bIns="0"/>
          <a:lstStyle/>
          <a:p>
            <a:r>
              <a:rPr lang="en-US" dirty="0"/>
              <a:t>EHB-CB: New approach for generating EHB Containers from .</a:t>
            </a:r>
            <a:r>
              <a:rPr lang="en-US" dirty="0" err="1"/>
              <a:t>arxml</a:t>
            </a:r>
            <a:r>
              <a:rPr lang="en-US" dirty="0"/>
              <a:t> files only</a:t>
            </a:r>
            <a:endParaRPr lang="de-DE" dirty="0"/>
          </a:p>
        </p:txBody>
      </p:sp>
      <p:sp>
        <p:nvSpPr>
          <p:cNvPr id="5" name="chapter_conv">
            <a:extLst>
              <a:ext uri="{FF2B5EF4-FFF2-40B4-BE49-F238E27FC236}">
                <a16:creationId xmlns:a16="http://schemas.microsoft.com/office/drawing/2014/main" id="{F2755597-5C59-46C2-AEFC-6C2BFB09D6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chemeClr val="accent1"/>
                </a:solidFill>
              </a:rPr>
              <a:t>ETAS EHANDBOOK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68BC5521-7873-4D94-AE90-8D6B9A04C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rgbClr val="164293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432" y="2727658"/>
            <a:ext cx="593684" cy="63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614A6D-42C7-441D-B1AC-9D4831B4F216}"/>
              </a:ext>
            </a:extLst>
          </p:cNvPr>
          <p:cNvCxnSpPr>
            <a:stCxn id="14" idx="3"/>
            <a:endCxn id="21" idx="2"/>
          </p:cNvCxnSpPr>
          <p:nvPr/>
        </p:nvCxnSpPr>
        <p:spPr>
          <a:xfrm flipV="1">
            <a:off x="5900116" y="3043158"/>
            <a:ext cx="707441" cy="414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59244997-26C7-4089-9BE4-EA596EED095D}"/>
              </a:ext>
            </a:extLst>
          </p:cNvPr>
          <p:cNvSpPr txBox="1"/>
          <p:nvPr/>
        </p:nvSpPr>
        <p:spPr>
          <a:xfrm>
            <a:off x="5954504" y="2825762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Generate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BAC62C4-4B51-4DE4-916D-99907C6BA964}"/>
              </a:ext>
            </a:extLst>
          </p:cNvPr>
          <p:cNvSpPr txBox="1"/>
          <p:nvPr/>
        </p:nvSpPr>
        <p:spPr>
          <a:xfrm>
            <a:off x="5306432" y="3361670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9AD45EC-7D89-4C61-B7A1-F8C40D814E12}"/>
              </a:ext>
            </a:extLst>
          </p:cNvPr>
          <p:cNvSpPr txBox="1"/>
          <p:nvPr/>
        </p:nvSpPr>
        <p:spPr>
          <a:xfrm>
            <a:off x="6602576" y="1845945"/>
            <a:ext cx="886209" cy="698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Scope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100" dirty="0">
                <a:solidFill>
                  <a:srgbClr val="000000"/>
                </a:solidFill>
                <a:latin typeface="Arial"/>
              </a:rPr>
              <a:t>SWCs + Ports + Interface Elements + Connections</a:t>
            </a: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Zylinder 20">
            <a:extLst>
              <a:ext uri="{FF2B5EF4-FFF2-40B4-BE49-F238E27FC236}">
                <a16:creationId xmlns:a16="http://schemas.microsoft.com/office/drawing/2014/main" id="{6F3905B9-3A51-4FDA-A4BD-C1B67BC1878F}"/>
              </a:ext>
            </a:extLst>
          </p:cNvPr>
          <p:cNvSpPr/>
          <p:nvPr/>
        </p:nvSpPr>
        <p:spPr>
          <a:xfrm>
            <a:off x="6607557" y="2729351"/>
            <a:ext cx="886210" cy="627614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</a:t>
            </a:r>
          </a:p>
        </p:txBody>
      </p:sp>
      <p:pic>
        <p:nvPicPr>
          <p:cNvPr id="22" name="Picture 6" descr="AUTOSAR embedded toolchain updated">
            <a:extLst>
              <a:ext uri="{FF2B5EF4-FFF2-40B4-BE49-F238E27FC236}">
                <a16:creationId xmlns:a16="http://schemas.microsoft.com/office/drawing/2014/main" id="{9212520C-AE99-42D2-9FDC-748DA7271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856" y="2789232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AUTOSAR embedded toolchain updated">
            <a:extLst>
              <a:ext uri="{FF2B5EF4-FFF2-40B4-BE49-F238E27FC236}">
                <a16:creationId xmlns:a16="http://schemas.microsoft.com/office/drawing/2014/main" id="{14BFC8BD-DA41-4E58-AAF6-AF3A02487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288" y="3056584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87CB2998-AF54-4733-930E-9766C5F4E364}"/>
              </a:ext>
            </a:extLst>
          </p:cNvPr>
          <p:cNvSpPr txBox="1"/>
          <p:nvPr/>
        </p:nvSpPr>
        <p:spPr>
          <a:xfrm>
            <a:off x="4087785" y="1971048"/>
            <a:ext cx="931623" cy="3593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Input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EHB-CB</a:t>
            </a: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4DAB9883-0D68-45EC-81DE-E8D214B8474D}"/>
              </a:ext>
            </a:extLst>
          </p:cNvPr>
          <p:cNvGrpSpPr/>
          <p:nvPr/>
        </p:nvGrpSpPr>
        <p:grpSpPr>
          <a:xfrm>
            <a:off x="3801412" y="2437618"/>
            <a:ext cx="1746168" cy="1667416"/>
            <a:chOff x="3801412" y="2437618"/>
            <a:chExt cx="1746168" cy="1667416"/>
          </a:xfrm>
        </p:grpSpPr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62567E04-6391-49AC-9104-531091FEA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801412" y="2437618"/>
              <a:ext cx="312748" cy="370192"/>
            </a:xfrm>
            <a:prstGeom prst="rect">
              <a:avLst/>
            </a:prstGeom>
          </p:spPr>
        </p:pic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834B5F63-CC27-4E4D-8EF3-6D3D9887B14B}"/>
                </a:ext>
              </a:extLst>
            </p:cNvPr>
            <p:cNvSpPr txBox="1"/>
            <p:nvPr/>
          </p:nvSpPr>
          <p:spPr>
            <a:xfrm>
              <a:off x="3990020" y="2536662"/>
              <a:ext cx="136834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900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ECU_Project</a:t>
              </a:r>
              <a:endPara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8FAF6AEE-0F6D-4B06-8DD3-7CE3D115051F}"/>
                </a:ext>
              </a:extLst>
            </p:cNvPr>
            <p:cNvGrpSpPr/>
            <p:nvPr/>
          </p:nvGrpSpPr>
          <p:grpSpPr>
            <a:xfrm>
              <a:off x="3971563" y="2707434"/>
              <a:ext cx="1556545" cy="538870"/>
              <a:chOff x="3971563" y="2707434"/>
              <a:chExt cx="1556545" cy="538870"/>
            </a:xfrm>
          </p:grpSpPr>
          <p:pic>
            <p:nvPicPr>
              <p:cNvPr id="40" name="Grafik 39">
                <a:extLst>
                  <a:ext uri="{FF2B5EF4-FFF2-40B4-BE49-F238E27FC236}">
                    <a16:creationId xmlns:a16="http://schemas.microsoft.com/office/drawing/2014/main" id="{4684B3BB-1C36-4884-9A38-ECBB420E40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E67D665C-40A8-4E24-8A48-80A894251A77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SWC1</a:t>
                </a:r>
              </a:p>
            </p:txBody>
          </p: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8A1C918C-33AE-47AF-AC40-CD517A384735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SWC1.adoc</a:t>
                </a:r>
              </a:p>
            </p:txBody>
          </p:sp>
          <p:pic>
            <p:nvPicPr>
              <p:cNvPr id="43" name="Grafik 42">
                <a:extLst>
                  <a:ext uri="{FF2B5EF4-FFF2-40B4-BE49-F238E27FC236}">
                    <a16:creationId xmlns:a16="http://schemas.microsoft.com/office/drawing/2014/main" id="{518730DF-D0B4-4B8C-96F5-94BD685F38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1B706DAF-69DD-4DCF-B0CC-98E57DB55DC7}"/>
                </a:ext>
              </a:extLst>
            </p:cNvPr>
            <p:cNvGrpSpPr/>
            <p:nvPr/>
          </p:nvGrpSpPr>
          <p:grpSpPr>
            <a:xfrm>
              <a:off x="3991035" y="3150810"/>
              <a:ext cx="1556545" cy="538870"/>
              <a:chOff x="3971563" y="2707434"/>
              <a:chExt cx="1556545" cy="538870"/>
            </a:xfrm>
          </p:grpSpPr>
          <p:pic>
            <p:nvPicPr>
              <p:cNvPr id="53" name="Grafik 52">
                <a:extLst>
                  <a:ext uri="{FF2B5EF4-FFF2-40B4-BE49-F238E27FC236}">
                    <a16:creationId xmlns:a16="http://schemas.microsoft.com/office/drawing/2014/main" id="{7236489E-EC6D-4F2D-8818-D9DB5CFDC2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C5CC7FA0-DD56-4D99-BBE0-7D061F8FFAD5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SWC2</a:t>
                </a:r>
              </a:p>
            </p:txBody>
          </p:sp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B6000B75-6FCF-476D-ACE0-EA548A2BDF67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SWC2.adoc</a:t>
                </a:r>
              </a:p>
            </p:txBody>
          </p:sp>
          <p:pic>
            <p:nvPicPr>
              <p:cNvPr id="56" name="Grafik 55">
                <a:extLst>
                  <a:ext uri="{FF2B5EF4-FFF2-40B4-BE49-F238E27FC236}">
                    <a16:creationId xmlns:a16="http://schemas.microsoft.com/office/drawing/2014/main" id="{5638930C-35BA-4CDD-90C5-4B60890316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5C6447E9-B508-44D0-91DA-8B799D9424A0}"/>
                </a:ext>
              </a:extLst>
            </p:cNvPr>
            <p:cNvGrpSpPr/>
            <p:nvPr/>
          </p:nvGrpSpPr>
          <p:grpSpPr>
            <a:xfrm>
              <a:off x="3991035" y="3566164"/>
              <a:ext cx="1556545" cy="538870"/>
              <a:chOff x="3971563" y="2707434"/>
              <a:chExt cx="1556545" cy="538870"/>
            </a:xfrm>
          </p:grpSpPr>
          <p:pic>
            <p:nvPicPr>
              <p:cNvPr id="58" name="Grafik 57">
                <a:extLst>
                  <a:ext uri="{FF2B5EF4-FFF2-40B4-BE49-F238E27FC236}">
                    <a16:creationId xmlns:a16="http://schemas.microsoft.com/office/drawing/2014/main" id="{7386B149-25B3-4E1A-8FC4-F10BCF5E8D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3FD0E184-DC34-446E-97FB-2B5CB794EB87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SWC3</a:t>
                </a:r>
              </a:p>
            </p:txBody>
          </p:sp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FDF15FCB-22D3-4387-8877-CDFD3D6865E5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SWC3.adoc</a:t>
                </a:r>
              </a:p>
            </p:txBody>
          </p:sp>
          <p:pic>
            <p:nvPicPr>
              <p:cNvPr id="61" name="Grafik 60">
                <a:extLst>
                  <a:ext uri="{FF2B5EF4-FFF2-40B4-BE49-F238E27FC236}">
                    <a16:creationId xmlns:a16="http://schemas.microsoft.com/office/drawing/2014/main" id="{2AD78ABB-F218-47E5-8E33-D9B35A93FD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</p:grp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FC63694C-496B-41CE-A6E5-9E9AD9C79064}"/>
              </a:ext>
            </a:extLst>
          </p:cNvPr>
          <p:cNvCxnSpPr/>
          <p:nvPr/>
        </p:nvCxnSpPr>
        <p:spPr>
          <a:xfrm flipV="1">
            <a:off x="7530293" y="3005697"/>
            <a:ext cx="700017" cy="7306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64" name="Rechteck 63">
            <a:extLst>
              <a:ext uri="{FF2B5EF4-FFF2-40B4-BE49-F238E27FC236}">
                <a16:creationId xmlns:a16="http://schemas.microsoft.com/office/drawing/2014/main" id="{E7A5C639-E87D-42FA-8E4A-365C1AA0D216}"/>
              </a:ext>
            </a:extLst>
          </p:cNvPr>
          <p:cNvSpPr/>
          <p:nvPr/>
        </p:nvSpPr>
        <p:spPr>
          <a:xfrm>
            <a:off x="8230310" y="2612543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EHB-NAV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E142C858-F4FE-436F-8971-B8A07CD9D64D}"/>
              </a:ext>
            </a:extLst>
          </p:cNvPr>
          <p:cNvSpPr/>
          <p:nvPr/>
        </p:nvSpPr>
        <p:spPr>
          <a:xfrm>
            <a:off x="8844985" y="2622345"/>
            <a:ext cx="358756" cy="1886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6" name="Grafik 65">
            <a:extLst>
              <a:ext uri="{FF2B5EF4-FFF2-40B4-BE49-F238E27FC236}">
                <a16:creationId xmlns:a16="http://schemas.microsoft.com/office/drawing/2014/main" id="{F6219F2C-DD70-4919-81E1-3232A799619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30" y="2447734"/>
            <a:ext cx="472650" cy="472650"/>
          </a:xfrm>
          <a:prstGeom prst="rect">
            <a:avLst/>
          </a:prstGeom>
        </p:spPr>
      </p:pic>
      <p:pic>
        <p:nvPicPr>
          <p:cNvPr id="67" name="Picture 6" descr="AUTOSAR embedded toolchain updated">
            <a:extLst>
              <a:ext uri="{FF2B5EF4-FFF2-40B4-BE49-F238E27FC236}">
                <a16:creationId xmlns:a16="http://schemas.microsoft.com/office/drawing/2014/main" id="{0469A1F8-2895-4725-A466-B067F39D0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250" y="3116382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17D56842-B635-4F16-8065-6F8544CA8447}"/>
              </a:ext>
            </a:extLst>
          </p:cNvPr>
          <p:cNvSpPr txBox="1"/>
          <p:nvPr/>
        </p:nvSpPr>
        <p:spPr>
          <a:xfrm>
            <a:off x="3987737" y="4109611"/>
            <a:ext cx="1356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SWC1.arxml</a:t>
            </a:r>
          </a:p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SWC2.arxml</a:t>
            </a:r>
          </a:p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SWC3.arxml</a:t>
            </a:r>
          </a:p>
          <a:p>
            <a:r>
              <a:rPr lang="de-DE" sz="9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Composition.arxml</a:t>
            </a:r>
            <a:endParaRPr lang="de-DE" sz="9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FE9D9CA-2D28-35BF-EB58-9AFBE745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2</a:t>
            </a:fld>
            <a:endParaRPr lang="en-US" sz="1800" noProof="1">
              <a:solidFill>
                <a:srgbClr val="16429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8122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FCC1B6D-A440-4050-A97D-29D509D1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00" y="695790"/>
            <a:ext cx="9154800" cy="359345"/>
          </a:xfrm>
        </p:spPr>
        <p:txBody>
          <a:bodyPr lIns="0" tIns="0" rIns="0" bIns="0"/>
          <a:lstStyle/>
          <a:p>
            <a:r>
              <a:rPr lang="en-US" dirty="0"/>
              <a:t>EHB-CB: New approach for generating EHB Containers from .</a:t>
            </a:r>
            <a:r>
              <a:rPr lang="en-US" dirty="0" err="1"/>
              <a:t>arxml</a:t>
            </a:r>
            <a:r>
              <a:rPr lang="en-US" dirty="0"/>
              <a:t> files only</a:t>
            </a:r>
            <a:endParaRPr lang="de-DE" dirty="0"/>
          </a:p>
        </p:txBody>
      </p:sp>
      <p:sp>
        <p:nvSpPr>
          <p:cNvPr id="5" name="chapter_conv">
            <a:extLst>
              <a:ext uri="{FF2B5EF4-FFF2-40B4-BE49-F238E27FC236}">
                <a16:creationId xmlns:a16="http://schemas.microsoft.com/office/drawing/2014/main" id="{F2755597-5C59-46C2-AEFC-6C2BFB09D6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chemeClr val="accent1"/>
                </a:solidFill>
              </a:rPr>
              <a:t>ETAS EHANDBOOK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68BC5521-7873-4D94-AE90-8D6B9A04C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rgbClr val="164293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432" y="2727658"/>
            <a:ext cx="593684" cy="63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614A6D-42C7-441D-B1AC-9D4831B4F216}"/>
              </a:ext>
            </a:extLst>
          </p:cNvPr>
          <p:cNvCxnSpPr>
            <a:stCxn id="14" idx="3"/>
            <a:endCxn id="21" idx="2"/>
          </p:cNvCxnSpPr>
          <p:nvPr/>
        </p:nvCxnSpPr>
        <p:spPr>
          <a:xfrm flipV="1">
            <a:off x="5900116" y="3043158"/>
            <a:ext cx="707441" cy="414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59244997-26C7-4089-9BE4-EA596EED095D}"/>
              </a:ext>
            </a:extLst>
          </p:cNvPr>
          <p:cNvSpPr txBox="1"/>
          <p:nvPr/>
        </p:nvSpPr>
        <p:spPr>
          <a:xfrm>
            <a:off x="5954504" y="2825762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Generate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BAC62C4-4B51-4DE4-916D-99907C6BA964}"/>
              </a:ext>
            </a:extLst>
          </p:cNvPr>
          <p:cNvSpPr txBox="1"/>
          <p:nvPr/>
        </p:nvSpPr>
        <p:spPr>
          <a:xfrm>
            <a:off x="5306432" y="3361670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9AD45EC-7D89-4C61-B7A1-F8C40D814E12}"/>
              </a:ext>
            </a:extLst>
          </p:cNvPr>
          <p:cNvSpPr txBox="1"/>
          <p:nvPr/>
        </p:nvSpPr>
        <p:spPr>
          <a:xfrm>
            <a:off x="6602576" y="1845945"/>
            <a:ext cx="886209" cy="698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Scope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100" dirty="0">
                <a:solidFill>
                  <a:srgbClr val="000000"/>
                </a:solidFill>
                <a:latin typeface="Arial"/>
              </a:rPr>
              <a:t>SWCs + Ports + Interface Elements + Connections</a:t>
            </a: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Zylinder 20">
            <a:extLst>
              <a:ext uri="{FF2B5EF4-FFF2-40B4-BE49-F238E27FC236}">
                <a16:creationId xmlns:a16="http://schemas.microsoft.com/office/drawing/2014/main" id="{6F3905B9-3A51-4FDA-A4BD-C1B67BC1878F}"/>
              </a:ext>
            </a:extLst>
          </p:cNvPr>
          <p:cNvSpPr/>
          <p:nvPr/>
        </p:nvSpPr>
        <p:spPr>
          <a:xfrm>
            <a:off x="6607557" y="2729351"/>
            <a:ext cx="886210" cy="627614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</a:t>
            </a:r>
          </a:p>
        </p:txBody>
      </p:sp>
      <p:pic>
        <p:nvPicPr>
          <p:cNvPr id="22" name="Picture 6" descr="AUTOSAR embedded toolchain updated">
            <a:extLst>
              <a:ext uri="{FF2B5EF4-FFF2-40B4-BE49-F238E27FC236}">
                <a16:creationId xmlns:a16="http://schemas.microsoft.com/office/drawing/2014/main" id="{9212520C-AE99-42D2-9FDC-748DA7271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856" y="2789232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AUTOSAR embedded toolchain updated">
            <a:extLst>
              <a:ext uri="{FF2B5EF4-FFF2-40B4-BE49-F238E27FC236}">
                <a16:creationId xmlns:a16="http://schemas.microsoft.com/office/drawing/2014/main" id="{14BFC8BD-DA41-4E58-AAF6-AF3A02487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288" y="3056584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8">
            <a:extLst>
              <a:ext uri="{FF2B5EF4-FFF2-40B4-BE49-F238E27FC236}">
                <a16:creationId xmlns:a16="http://schemas.microsoft.com/office/drawing/2014/main" id="{8D5D0D97-D1BD-4704-AD3D-4E62FD206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rgbClr val="164293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582" y="2729351"/>
            <a:ext cx="593684" cy="63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4BEEE7C9-2CF4-436A-862C-F2637A930EE7}"/>
              </a:ext>
            </a:extLst>
          </p:cNvPr>
          <p:cNvCxnSpPr>
            <a:stCxn id="27" idx="3"/>
          </p:cNvCxnSpPr>
          <p:nvPr/>
        </p:nvCxnSpPr>
        <p:spPr>
          <a:xfrm flipV="1">
            <a:off x="3175266" y="3044851"/>
            <a:ext cx="707441" cy="414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00B75B59-8D06-4788-9A75-286442078F0D}"/>
              </a:ext>
            </a:extLst>
          </p:cNvPr>
          <p:cNvSpPr txBox="1"/>
          <p:nvPr/>
        </p:nvSpPr>
        <p:spPr>
          <a:xfrm>
            <a:off x="3229654" y="2827455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Create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C95F603-EA46-4BC6-9A2E-3C90844C371E}"/>
              </a:ext>
            </a:extLst>
          </p:cNvPr>
          <p:cNvSpPr txBox="1"/>
          <p:nvPr/>
        </p:nvSpPr>
        <p:spPr>
          <a:xfrm>
            <a:off x="2581582" y="3363363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050" dirty="0">
              <a:solidFill>
                <a:srgbClr val="000000"/>
              </a:solidFill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50" dirty="0">
                <a:solidFill>
                  <a:srgbClr val="000000"/>
                </a:solidFill>
                <a:latin typeface="Arial"/>
              </a:rPr>
              <a:t>CLI </a:t>
            </a:r>
            <a:r>
              <a:rPr lang="de-DE" sz="1050" dirty="0" err="1">
                <a:solidFill>
                  <a:srgbClr val="000000"/>
                </a:solidFill>
                <a:latin typeface="Arial"/>
              </a:rPr>
              <a:t>option</a:t>
            </a:r>
            <a:r>
              <a:rPr lang="de-DE" sz="1050" dirty="0">
                <a:solidFill>
                  <a:srgbClr val="000000"/>
                </a:solidFill>
                <a:latin typeface="Arial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-ar2ehbcbinput</a:t>
            </a:r>
          </a:p>
        </p:txBody>
      </p:sp>
      <p:pic>
        <p:nvPicPr>
          <p:cNvPr id="31" name="Picture 6" descr="AUTOSAR embedded toolchain updated">
            <a:extLst>
              <a:ext uri="{FF2B5EF4-FFF2-40B4-BE49-F238E27FC236}">
                <a16:creationId xmlns:a16="http://schemas.microsoft.com/office/drawing/2014/main" id="{68870CA4-5461-46F6-94B6-C9F6865B5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438" y="3058277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DE55121-22AF-4626-975C-B8EADEEAF8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913" y="2445544"/>
            <a:ext cx="805140" cy="95302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0D4C3671-16E4-46EA-B51B-2210CABCDC45}"/>
              </a:ext>
            </a:extLst>
          </p:cNvPr>
          <p:cNvSpPr txBox="1"/>
          <p:nvPr/>
        </p:nvSpPr>
        <p:spPr>
          <a:xfrm>
            <a:off x="868435" y="2899323"/>
            <a:ext cx="1356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SWC1.arxml</a:t>
            </a:r>
          </a:p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SWC2.arxml</a:t>
            </a:r>
          </a:p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SWC3.arxml</a:t>
            </a:r>
          </a:p>
          <a:p>
            <a:r>
              <a:rPr lang="de-DE" sz="9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Composition.arxml</a:t>
            </a:r>
            <a:endParaRPr lang="de-DE" sz="9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9B45D5D-EB08-4263-BEEF-839D03997E55}"/>
              </a:ext>
            </a:extLst>
          </p:cNvPr>
          <p:cNvSpPr txBox="1"/>
          <p:nvPr/>
        </p:nvSpPr>
        <p:spPr>
          <a:xfrm>
            <a:off x="868435" y="1975376"/>
            <a:ext cx="931623" cy="3593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Directory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with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arxml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files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ASW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50" dirty="0">
                <a:solidFill>
                  <a:srgbClr val="000000"/>
                </a:solidFill>
                <a:latin typeface="Arial"/>
              </a:rPr>
              <a:t>(SWCs + a </a:t>
            </a:r>
            <a:r>
              <a:rPr lang="de-DE" sz="1050" dirty="0" err="1">
                <a:solidFill>
                  <a:srgbClr val="000000"/>
                </a:solidFill>
                <a:latin typeface="Arial"/>
              </a:rPr>
              <a:t>Composition</a:t>
            </a:r>
            <a:r>
              <a:rPr lang="de-DE" sz="1050" dirty="0">
                <a:solidFill>
                  <a:srgbClr val="000000"/>
                </a:solidFill>
                <a:latin typeface="Arial"/>
              </a:rPr>
              <a:t>)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12A14235-1E90-4583-AB44-677E8BECE0DC}"/>
              </a:ext>
            </a:extLst>
          </p:cNvPr>
          <p:cNvCxnSpPr/>
          <p:nvPr/>
        </p:nvCxnSpPr>
        <p:spPr>
          <a:xfrm flipV="1">
            <a:off x="1688125" y="3056584"/>
            <a:ext cx="707441" cy="414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79AEFB72-EE68-40A1-B606-2BF6558D6172}"/>
              </a:ext>
            </a:extLst>
          </p:cNvPr>
          <p:cNvSpPr txBox="1"/>
          <p:nvPr/>
        </p:nvSpPr>
        <p:spPr>
          <a:xfrm>
            <a:off x="1941118" y="124364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0000"/>
                </a:solidFill>
              </a:rPr>
              <a:t>Step</a:t>
            </a:r>
            <a:r>
              <a:rPr lang="de-DE" dirty="0">
                <a:solidFill>
                  <a:srgbClr val="000000"/>
                </a:solidFill>
              </a:rPr>
              <a:t> 1: </a:t>
            </a:r>
            <a:r>
              <a:rPr lang="de-DE" dirty="0" err="1">
                <a:solidFill>
                  <a:srgbClr val="000000"/>
                </a:solidFill>
              </a:rPr>
              <a:t>Prepare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8D06A115-5C2B-40B3-B7DE-234F120C082C}"/>
              </a:ext>
            </a:extLst>
          </p:cNvPr>
          <p:cNvSpPr txBox="1"/>
          <p:nvPr/>
        </p:nvSpPr>
        <p:spPr>
          <a:xfrm>
            <a:off x="4665968" y="1213776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0000"/>
                </a:solidFill>
              </a:rPr>
              <a:t>Step</a:t>
            </a:r>
            <a:r>
              <a:rPr lang="de-DE" dirty="0">
                <a:solidFill>
                  <a:srgbClr val="000000"/>
                </a:solidFill>
              </a:rPr>
              <a:t> 2: Generate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87CB2998-AF54-4733-930E-9766C5F4E364}"/>
              </a:ext>
            </a:extLst>
          </p:cNvPr>
          <p:cNvSpPr txBox="1"/>
          <p:nvPr/>
        </p:nvSpPr>
        <p:spPr>
          <a:xfrm>
            <a:off x="4087785" y="1971048"/>
            <a:ext cx="931623" cy="3593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Input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Dir-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based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EHB-CB</a:t>
            </a: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4DAB9883-0D68-45EC-81DE-E8D214B8474D}"/>
              </a:ext>
            </a:extLst>
          </p:cNvPr>
          <p:cNvGrpSpPr/>
          <p:nvPr/>
        </p:nvGrpSpPr>
        <p:grpSpPr>
          <a:xfrm>
            <a:off x="3801412" y="2437618"/>
            <a:ext cx="1746168" cy="1667416"/>
            <a:chOff x="3801412" y="2437618"/>
            <a:chExt cx="1746168" cy="1667416"/>
          </a:xfrm>
        </p:grpSpPr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62567E04-6391-49AC-9104-531091FEA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801412" y="2437618"/>
              <a:ext cx="312748" cy="370192"/>
            </a:xfrm>
            <a:prstGeom prst="rect">
              <a:avLst/>
            </a:prstGeom>
          </p:spPr>
        </p:pic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834B5F63-CC27-4E4D-8EF3-6D3D9887B14B}"/>
                </a:ext>
              </a:extLst>
            </p:cNvPr>
            <p:cNvSpPr txBox="1"/>
            <p:nvPr/>
          </p:nvSpPr>
          <p:spPr>
            <a:xfrm>
              <a:off x="3990020" y="2536662"/>
              <a:ext cx="136834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900" dirty="0" err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ECU_Project</a:t>
              </a:r>
              <a:endPara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8FAF6AEE-0F6D-4B06-8DD3-7CE3D115051F}"/>
                </a:ext>
              </a:extLst>
            </p:cNvPr>
            <p:cNvGrpSpPr/>
            <p:nvPr/>
          </p:nvGrpSpPr>
          <p:grpSpPr>
            <a:xfrm>
              <a:off x="3971563" y="2707434"/>
              <a:ext cx="1556545" cy="538870"/>
              <a:chOff x="3971563" y="2707434"/>
              <a:chExt cx="1556545" cy="538870"/>
            </a:xfrm>
          </p:grpSpPr>
          <p:pic>
            <p:nvPicPr>
              <p:cNvPr id="40" name="Grafik 39">
                <a:extLst>
                  <a:ext uri="{FF2B5EF4-FFF2-40B4-BE49-F238E27FC236}">
                    <a16:creationId xmlns:a16="http://schemas.microsoft.com/office/drawing/2014/main" id="{4684B3BB-1C36-4884-9A38-ECBB420E40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E67D665C-40A8-4E24-8A48-80A894251A77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SWC1</a:t>
                </a:r>
              </a:p>
            </p:txBody>
          </p: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8A1C918C-33AE-47AF-AC40-CD517A384735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SWC1.adoc</a:t>
                </a:r>
              </a:p>
            </p:txBody>
          </p:sp>
          <p:pic>
            <p:nvPicPr>
              <p:cNvPr id="43" name="Grafik 42">
                <a:extLst>
                  <a:ext uri="{FF2B5EF4-FFF2-40B4-BE49-F238E27FC236}">
                    <a16:creationId xmlns:a16="http://schemas.microsoft.com/office/drawing/2014/main" id="{518730DF-D0B4-4B8C-96F5-94BD685F38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1B706DAF-69DD-4DCF-B0CC-98E57DB55DC7}"/>
                </a:ext>
              </a:extLst>
            </p:cNvPr>
            <p:cNvGrpSpPr/>
            <p:nvPr/>
          </p:nvGrpSpPr>
          <p:grpSpPr>
            <a:xfrm>
              <a:off x="3991035" y="3150810"/>
              <a:ext cx="1556545" cy="538870"/>
              <a:chOff x="3971563" y="2707434"/>
              <a:chExt cx="1556545" cy="538870"/>
            </a:xfrm>
          </p:grpSpPr>
          <p:pic>
            <p:nvPicPr>
              <p:cNvPr id="53" name="Grafik 52">
                <a:extLst>
                  <a:ext uri="{FF2B5EF4-FFF2-40B4-BE49-F238E27FC236}">
                    <a16:creationId xmlns:a16="http://schemas.microsoft.com/office/drawing/2014/main" id="{7236489E-EC6D-4F2D-8818-D9DB5CFDC2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C5CC7FA0-DD56-4D99-BBE0-7D061F8FFAD5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SWC2</a:t>
                </a:r>
              </a:p>
            </p:txBody>
          </p:sp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B6000B75-6FCF-476D-ACE0-EA548A2BDF67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SWC2.adoc</a:t>
                </a:r>
              </a:p>
            </p:txBody>
          </p:sp>
          <p:pic>
            <p:nvPicPr>
              <p:cNvPr id="56" name="Grafik 55">
                <a:extLst>
                  <a:ext uri="{FF2B5EF4-FFF2-40B4-BE49-F238E27FC236}">
                    <a16:creationId xmlns:a16="http://schemas.microsoft.com/office/drawing/2014/main" id="{5638930C-35BA-4CDD-90C5-4B60890316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5C6447E9-B508-44D0-91DA-8B799D9424A0}"/>
                </a:ext>
              </a:extLst>
            </p:cNvPr>
            <p:cNvGrpSpPr/>
            <p:nvPr/>
          </p:nvGrpSpPr>
          <p:grpSpPr>
            <a:xfrm>
              <a:off x="3991035" y="3566164"/>
              <a:ext cx="1556545" cy="538870"/>
              <a:chOff x="3971563" y="2707434"/>
              <a:chExt cx="1556545" cy="538870"/>
            </a:xfrm>
          </p:grpSpPr>
          <p:pic>
            <p:nvPicPr>
              <p:cNvPr id="58" name="Grafik 57">
                <a:extLst>
                  <a:ext uri="{FF2B5EF4-FFF2-40B4-BE49-F238E27FC236}">
                    <a16:creationId xmlns:a16="http://schemas.microsoft.com/office/drawing/2014/main" id="{7386B149-25B3-4E1A-8FC4-F10BCF5E8D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71563" y="2707434"/>
                <a:ext cx="312748" cy="370192"/>
              </a:xfrm>
              <a:prstGeom prst="rect">
                <a:avLst/>
              </a:prstGeom>
            </p:spPr>
          </p:pic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3FD0E184-DC34-446E-97FB-2B5CB794EB87}"/>
                  </a:ext>
                </a:extLst>
              </p:cNvPr>
              <p:cNvSpPr txBox="1"/>
              <p:nvPr/>
            </p:nvSpPr>
            <p:spPr>
              <a:xfrm>
                <a:off x="4159761" y="2825762"/>
                <a:ext cx="136834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SWC3</a:t>
                </a:r>
              </a:p>
            </p:txBody>
          </p:sp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FDF15FCB-22D3-4387-8877-CDFD3D6865E5}"/>
                  </a:ext>
                </a:extLst>
              </p:cNvPr>
              <p:cNvSpPr txBox="1"/>
              <p:nvPr/>
            </p:nvSpPr>
            <p:spPr>
              <a:xfrm>
                <a:off x="4364342" y="3014534"/>
                <a:ext cx="8786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900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SWC3.adoc</a:t>
                </a:r>
              </a:p>
            </p:txBody>
          </p:sp>
          <p:pic>
            <p:nvPicPr>
              <p:cNvPr id="61" name="Grafik 60">
                <a:extLst>
                  <a:ext uri="{FF2B5EF4-FFF2-40B4-BE49-F238E27FC236}">
                    <a16:creationId xmlns:a16="http://schemas.microsoft.com/office/drawing/2014/main" id="{2AD78ABB-F218-47E5-8E33-D9B35A93FD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16859" y="3004205"/>
                <a:ext cx="203363" cy="242099"/>
              </a:xfrm>
              <a:prstGeom prst="rect">
                <a:avLst/>
              </a:prstGeom>
            </p:spPr>
          </p:pic>
        </p:grpSp>
      </p:grpSp>
      <p:sp>
        <p:nvSpPr>
          <p:cNvPr id="48" name="Geschweifte Klammer links 47">
            <a:extLst>
              <a:ext uri="{FF2B5EF4-FFF2-40B4-BE49-F238E27FC236}">
                <a16:creationId xmlns:a16="http://schemas.microsoft.com/office/drawing/2014/main" id="{23F6057E-8336-420B-B532-3493FD3F49EA}"/>
              </a:ext>
            </a:extLst>
          </p:cNvPr>
          <p:cNvSpPr/>
          <p:nvPr/>
        </p:nvSpPr>
        <p:spPr>
          <a:xfrm rot="5400000">
            <a:off x="2680848" y="-585211"/>
            <a:ext cx="312577" cy="4669875"/>
          </a:xfrm>
          <a:prstGeom prst="leftBrace">
            <a:avLst/>
          </a:prstGeom>
          <a:ln>
            <a:solidFill>
              <a:schemeClr val="accent1"/>
            </a:solidFill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FC63694C-496B-41CE-A6E5-9E9AD9C79064}"/>
              </a:ext>
            </a:extLst>
          </p:cNvPr>
          <p:cNvCxnSpPr/>
          <p:nvPr/>
        </p:nvCxnSpPr>
        <p:spPr>
          <a:xfrm flipV="1">
            <a:off x="7530293" y="3005697"/>
            <a:ext cx="700017" cy="7306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64" name="Rechteck 63">
            <a:extLst>
              <a:ext uri="{FF2B5EF4-FFF2-40B4-BE49-F238E27FC236}">
                <a16:creationId xmlns:a16="http://schemas.microsoft.com/office/drawing/2014/main" id="{E7A5C639-E87D-42FA-8E4A-365C1AA0D216}"/>
              </a:ext>
            </a:extLst>
          </p:cNvPr>
          <p:cNvSpPr/>
          <p:nvPr/>
        </p:nvSpPr>
        <p:spPr>
          <a:xfrm>
            <a:off x="8230310" y="2612543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EHB-NAV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E142C858-F4FE-436F-8971-B8A07CD9D64D}"/>
              </a:ext>
            </a:extLst>
          </p:cNvPr>
          <p:cNvSpPr/>
          <p:nvPr/>
        </p:nvSpPr>
        <p:spPr>
          <a:xfrm>
            <a:off x="8844985" y="2622345"/>
            <a:ext cx="358756" cy="1886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6" name="Grafik 65">
            <a:extLst>
              <a:ext uri="{FF2B5EF4-FFF2-40B4-BE49-F238E27FC236}">
                <a16:creationId xmlns:a16="http://schemas.microsoft.com/office/drawing/2014/main" id="{F6219F2C-DD70-4919-81E1-3232A799619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30" y="2447734"/>
            <a:ext cx="472650" cy="472650"/>
          </a:xfrm>
          <a:prstGeom prst="rect">
            <a:avLst/>
          </a:prstGeom>
        </p:spPr>
      </p:pic>
      <p:pic>
        <p:nvPicPr>
          <p:cNvPr id="67" name="Picture 6" descr="AUTOSAR embedded toolchain updated">
            <a:extLst>
              <a:ext uri="{FF2B5EF4-FFF2-40B4-BE49-F238E27FC236}">
                <a16:creationId xmlns:a16="http://schemas.microsoft.com/office/drawing/2014/main" id="{0469A1F8-2895-4725-A466-B067F39D0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250" y="3116382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eschweifte Klammer links 67">
            <a:extLst>
              <a:ext uri="{FF2B5EF4-FFF2-40B4-BE49-F238E27FC236}">
                <a16:creationId xmlns:a16="http://schemas.microsoft.com/office/drawing/2014/main" id="{790D26AD-B908-4E0F-81CB-E2C3DB7A961B}"/>
              </a:ext>
            </a:extLst>
          </p:cNvPr>
          <p:cNvSpPr/>
          <p:nvPr/>
        </p:nvSpPr>
        <p:spPr>
          <a:xfrm rot="5400000">
            <a:off x="5550211" y="-12836"/>
            <a:ext cx="312577" cy="3647587"/>
          </a:xfrm>
          <a:prstGeom prst="leftBrace">
            <a:avLst/>
          </a:prstGeom>
          <a:ln>
            <a:solidFill>
              <a:schemeClr val="accent1"/>
            </a:solidFill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CC672755-391F-4F3C-A687-25ABAE28E824}"/>
              </a:ext>
            </a:extLst>
          </p:cNvPr>
          <p:cNvSpPr txBox="1"/>
          <p:nvPr/>
        </p:nvSpPr>
        <p:spPr>
          <a:xfrm>
            <a:off x="6109335" y="4104096"/>
            <a:ext cx="43148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rgbClr val="000000"/>
                </a:solidFill>
              </a:rPr>
              <a:t>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dirty="0" err="1">
                <a:solidFill>
                  <a:srgbClr val="000000"/>
                </a:solidFill>
              </a:rPr>
              <a:t>Only</a:t>
            </a:r>
            <a:r>
              <a:rPr lang="de-DE" sz="1100" dirty="0">
                <a:solidFill>
                  <a:srgbClr val="000000"/>
                </a:solidFill>
              </a:rPr>
              <a:t> .</a:t>
            </a:r>
            <a:r>
              <a:rPr lang="de-DE" sz="1100" dirty="0" err="1">
                <a:solidFill>
                  <a:srgbClr val="000000"/>
                </a:solidFill>
              </a:rPr>
              <a:t>arxml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files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for</a:t>
            </a:r>
            <a:r>
              <a:rPr lang="de-DE" sz="1100" dirty="0">
                <a:solidFill>
                  <a:srgbClr val="000000"/>
                </a:solidFill>
              </a:rPr>
              <a:t> ASW </a:t>
            </a:r>
            <a:r>
              <a:rPr lang="de-DE" sz="1100" dirty="0" err="1">
                <a:solidFill>
                  <a:srgbClr val="000000"/>
                </a:solidFill>
              </a:rPr>
              <a:t>required</a:t>
            </a:r>
            <a:r>
              <a:rPr lang="de-DE" sz="1100" dirty="0">
                <a:solidFill>
                  <a:srgbClr val="000000"/>
                </a:solidFill>
              </a:rPr>
              <a:t> (e.g., ISOLAR-A </a:t>
            </a:r>
            <a:r>
              <a:rPr lang="de-DE" sz="1100" dirty="0" err="1">
                <a:solidFill>
                  <a:srgbClr val="000000"/>
                </a:solidFill>
              </a:rPr>
              <a:t>project</a:t>
            </a:r>
            <a:r>
              <a:rPr lang="de-DE" sz="1100" dirty="0">
                <a:solidFill>
                  <a:srgbClr val="000000"/>
                </a:solidFill>
              </a:rPr>
              <a:t>) </a:t>
            </a:r>
            <a:r>
              <a:rPr lang="de-DE" sz="1100" dirty="0" err="1">
                <a:solidFill>
                  <a:srgbClr val="000000"/>
                </a:solidFill>
              </a:rPr>
              <a:t>to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get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started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with</a:t>
            </a:r>
            <a:r>
              <a:rPr lang="de-DE" sz="1100" dirty="0">
                <a:solidFill>
                  <a:srgbClr val="000000"/>
                </a:solidFill>
              </a:rPr>
              <a:t> EHB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dirty="0" err="1">
                <a:solidFill>
                  <a:srgbClr val="000000"/>
                </a:solidFill>
              </a:rPr>
              <a:t>Reduced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entry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hurdle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as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input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data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for</a:t>
            </a:r>
            <a:r>
              <a:rPr lang="de-DE" sz="1100" dirty="0">
                <a:solidFill>
                  <a:srgbClr val="000000"/>
                </a:solidFill>
              </a:rPr>
              <a:t> EHB-CB </a:t>
            </a:r>
            <a:r>
              <a:rPr lang="de-DE" sz="1100" dirty="0" err="1">
                <a:solidFill>
                  <a:srgbClr val="000000"/>
                </a:solidFill>
              </a:rPr>
              <a:t>is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automatically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generated</a:t>
            </a:r>
            <a:endParaRPr lang="de-DE" sz="110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100" dirty="0" err="1">
                <a:solidFill>
                  <a:srgbClr val="000000"/>
                </a:solidFill>
              </a:rPr>
              <a:t>Learn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how</a:t>
            </a:r>
            <a:r>
              <a:rPr lang="de-DE" sz="1100" dirty="0">
                <a:solidFill>
                  <a:srgbClr val="000000"/>
                </a:solidFill>
              </a:rPr>
              <a:t> EHB-CB </a:t>
            </a:r>
            <a:r>
              <a:rPr lang="de-DE" sz="1100" dirty="0" err="1">
                <a:solidFill>
                  <a:srgbClr val="000000"/>
                </a:solidFill>
              </a:rPr>
              <a:t>works</a:t>
            </a:r>
            <a:endParaRPr lang="de-DE" sz="11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rgbClr val="000000"/>
                </a:solidFill>
              </a:rPr>
              <a:t>2 </a:t>
            </a:r>
            <a:r>
              <a:rPr lang="de-DE" sz="1100" dirty="0" err="1">
                <a:solidFill>
                  <a:srgbClr val="000000"/>
                </a:solidFill>
              </a:rPr>
              <a:t>step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approach</a:t>
            </a:r>
            <a:r>
              <a:rPr lang="de-DE" sz="1100" dirty="0">
                <a:solidFill>
                  <a:srgbClr val="000000"/>
                </a:solidFill>
              </a:rPr>
              <a:t> such </a:t>
            </a:r>
            <a:r>
              <a:rPr lang="de-DE" sz="1100" dirty="0" err="1">
                <a:solidFill>
                  <a:srgbClr val="000000"/>
                </a:solidFill>
              </a:rPr>
              <a:t>that</a:t>
            </a:r>
            <a:r>
              <a:rPr lang="de-DE" sz="1100" dirty="0">
                <a:solidFill>
                  <a:srgbClr val="000000"/>
                </a:solidFill>
              </a:rPr>
              <a:t> auto-</a:t>
            </a:r>
            <a:r>
              <a:rPr lang="de-DE" sz="1100" dirty="0" err="1">
                <a:solidFill>
                  <a:srgbClr val="000000"/>
                </a:solidFill>
              </a:rPr>
              <a:t>generated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input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data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can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be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altered</a:t>
            </a:r>
            <a:r>
              <a:rPr lang="de-DE" sz="1100" dirty="0">
                <a:solidFill>
                  <a:srgbClr val="000000"/>
                </a:solidFill>
              </a:rPr>
              <a:t> (e.g., additional ASCET / SL </a:t>
            </a:r>
            <a:r>
              <a:rPr lang="de-DE" sz="1100" dirty="0" err="1">
                <a:solidFill>
                  <a:srgbClr val="000000"/>
                </a:solidFill>
              </a:rPr>
              <a:t>models</a:t>
            </a:r>
            <a:r>
              <a:rPr lang="de-DE" sz="1100" dirty="0">
                <a:solidFill>
                  <a:srgbClr val="000000"/>
                </a:solidFill>
              </a:rPr>
              <a:t> </a:t>
            </a:r>
            <a:r>
              <a:rPr lang="de-DE" sz="1100" dirty="0" err="1">
                <a:solidFill>
                  <a:srgbClr val="000000"/>
                </a:solidFill>
              </a:rPr>
              <a:t>or</a:t>
            </a:r>
            <a:r>
              <a:rPr lang="de-DE" sz="1100" dirty="0">
                <a:solidFill>
                  <a:srgbClr val="000000"/>
                </a:solidFill>
              </a:rPr>
              <a:t> C-Code)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76BDCA08-3084-4EE5-A7CE-0ACEA2B62802}"/>
              </a:ext>
            </a:extLst>
          </p:cNvPr>
          <p:cNvSpPr txBox="1"/>
          <p:nvPr/>
        </p:nvSpPr>
        <p:spPr>
          <a:xfrm>
            <a:off x="3987737" y="4109611"/>
            <a:ext cx="1356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SWC1.arxml</a:t>
            </a:r>
          </a:p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SWC2.arxml</a:t>
            </a:r>
          </a:p>
          <a:p>
            <a:r>
              <a:rPr lang="de-DE" sz="9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SWC3.arxml</a:t>
            </a:r>
          </a:p>
          <a:p>
            <a:r>
              <a:rPr lang="de-DE" sz="9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Composition.arxml</a:t>
            </a:r>
            <a:endParaRPr lang="de-DE" sz="9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03A9D96F-156C-4B0A-B34F-DDDEF4BBA4C8}"/>
              </a:ext>
            </a:extLst>
          </p:cNvPr>
          <p:cNvSpPr/>
          <p:nvPr/>
        </p:nvSpPr>
        <p:spPr>
          <a:xfrm>
            <a:off x="9644729" y="162468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Demo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dirty="0">
                <a:solidFill>
                  <a:srgbClr val="FFFFFF"/>
                </a:solidFill>
                <a:latin typeface="Arial"/>
              </a:rPr>
              <a:t>EHB-CB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294767B-2532-983A-EC4E-995E2DC5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3</a:t>
            </a:fld>
            <a:endParaRPr lang="en-US" sz="1800" noProof="1">
              <a:solidFill>
                <a:srgbClr val="16429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2135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FCC1B6D-A440-4050-A97D-29D509D1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00" y="695790"/>
            <a:ext cx="9154800" cy="359345"/>
          </a:xfrm>
        </p:spPr>
        <p:txBody>
          <a:bodyPr lIns="0" tIns="0" rIns="0" bIns="0"/>
          <a:lstStyle/>
          <a:p>
            <a:r>
              <a:rPr lang="en-US" dirty="0"/>
              <a:t>EHB-NAV: Features related to AUTOSAR (Classic) support</a:t>
            </a:r>
          </a:p>
        </p:txBody>
      </p:sp>
      <p:sp>
        <p:nvSpPr>
          <p:cNvPr id="5" name="chapter_conv">
            <a:extLst>
              <a:ext uri="{FF2B5EF4-FFF2-40B4-BE49-F238E27FC236}">
                <a16:creationId xmlns:a16="http://schemas.microsoft.com/office/drawing/2014/main" id="{F2755597-5C59-46C2-AEFC-6C2BFB09D6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chemeClr val="accent1"/>
                </a:solidFill>
              </a:rPr>
              <a:t>ETAS EHANDBOOK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21D4018B-BC20-4FA4-A701-BA9DEF357F99}"/>
              </a:ext>
            </a:extLst>
          </p:cNvPr>
          <p:cNvSpPr/>
          <p:nvPr/>
        </p:nvSpPr>
        <p:spPr>
          <a:xfrm>
            <a:off x="9644729" y="162468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Demo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dirty="0">
                <a:solidFill>
                  <a:srgbClr val="FFFFFF"/>
                </a:solidFill>
                <a:latin typeface="Arial"/>
              </a:rPr>
              <a:t>EHB-NAV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834DB2E6-18F8-4089-919B-A7CBA00B498C}"/>
              </a:ext>
            </a:extLst>
          </p:cNvPr>
          <p:cNvSpPr txBox="1"/>
          <p:nvPr/>
        </p:nvSpPr>
        <p:spPr>
          <a:xfrm>
            <a:off x="2284840" y="2980952"/>
            <a:ext cx="886209" cy="341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Scope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de-DE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Complete</a:t>
            </a: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Tier-1 ASW</a:t>
            </a:r>
          </a:p>
        </p:txBody>
      </p:sp>
      <p:sp>
        <p:nvSpPr>
          <p:cNvPr id="69" name="Zylinder 68">
            <a:extLst>
              <a:ext uri="{FF2B5EF4-FFF2-40B4-BE49-F238E27FC236}">
                <a16:creationId xmlns:a16="http://schemas.microsoft.com/office/drawing/2014/main" id="{40CDEA89-E670-4790-A17E-1EAF41BF8D43}"/>
              </a:ext>
            </a:extLst>
          </p:cNvPr>
          <p:cNvSpPr/>
          <p:nvPr/>
        </p:nvSpPr>
        <p:spPr>
          <a:xfrm>
            <a:off x="2289821" y="3507269"/>
            <a:ext cx="886210" cy="627614"/>
          </a:xfrm>
          <a:prstGeom prst="ca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Container</a:t>
            </a:r>
          </a:p>
        </p:txBody>
      </p:sp>
      <p:pic>
        <p:nvPicPr>
          <p:cNvPr id="71" name="Picture 6" descr="AUTOSAR embedded toolchain updated">
            <a:extLst>
              <a:ext uri="{FF2B5EF4-FFF2-40B4-BE49-F238E27FC236}">
                <a16:creationId xmlns:a16="http://schemas.microsoft.com/office/drawing/2014/main" id="{CD968B4E-EBC1-43D1-94F6-7AE515E13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120" y="3567150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Rechteck 71">
            <a:extLst>
              <a:ext uri="{FF2B5EF4-FFF2-40B4-BE49-F238E27FC236}">
                <a16:creationId xmlns:a16="http://schemas.microsoft.com/office/drawing/2014/main" id="{A66057CC-A8DC-4C4C-AC9D-BC130B785303}"/>
              </a:ext>
            </a:extLst>
          </p:cNvPr>
          <p:cNvSpPr/>
          <p:nvPr/>
        </p:nvSpPr>
        <p:spPr>
          <a:xfrm>
            <a:off x="4333131" y="2226302"/>
            <a:ext cx="346521" cy="4045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.hex</a:t>
            </a:r>
          </a:p>
        </p:txBody>
      </p: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3D70C52A-C64F-43CB-A591-15ED362B57BC}"/>
              </a:ext>
            </a:extLst>
          </p:cNvPr>
          <p:cNvCxnSpPr>
            <a:stCxn id="72" idx="2"/>
          </p:cNvCxnSpPr>
          <p:nvPr/>
        </p:nvCxnSpPr>
        <p:spPr>
          <a:xfrm flipH="1">
            <a:off x="4503281" y="2630882"/>
            <a:ext cx="3111" cy="779800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83236C53-4053-421B-B7F3-C7460ECE9950}"/>
              </a:ext>
            </a:extLst>
          </p:cNvPr>
          <p:cNvCxnSpPr/>
          <p:nvPr/>
        </p:nvCxnSpPr>
        <p:spPr>
          <a:xfrm flipV="1">
            <a:off x="3241378" y="3803836"/>
            <a:ext cx="700017" cy="7306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75" name="Rechteck 74">
            <a:extLst>
              <a:ext uri="{FF2B5EF4-FFF2-40B4-BE49-F238E27FC236}">
                <a16:creationId xmlns:a16="http://schemas.microsoft.com/office/drawing/2014/main" id="{B194D7B3-7B42-4F96-9659-6998ED8BE0F1}"/>
              </a:ext>
            </a:extLst>
          </p:cNvPr>
          <p:cNvSpPr/>
          <p:nvPr/>
        </p:nvSpPr>
        <p:spPr>
          <a:xfrm>
            <a:off x="3941395" y="3410682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EHB-NAV</a:t>
            </a: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F22BA147-2AB5-42E4-89DD-D9FD2D9B0CCB}"/>
              </a:ext>
            </a:extLst>
          </p:cNvPr>
          <p:cNvSpPr/>
          <p:nvPr/>
        </p:nvSpPr>
        <p:spPr>
          <a:xfrm>
            <a:off x="5254091" y="1918461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INCA</a:t>
            </a: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AA453B8D-CDEE-4DF0-B67E-F29C56D0BD05}"/>
              </a:ext>
            </a:extLst>
          </p:cNvPr>
          <p:cNvSpPr/>
          <p:nvPr/>
        </p:nvSpPr>
        <p:spPr>
          <a:xfrm>
            <a:off x="6619564" y="3408416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MDA 8 </a:t>
            </a:r>
          </a:p>
        </p:txBody>
      </p:sp>
      <p:cxnSp>
        <p:nvCxnSpPr>
          <p:cNvPr id="78" name="Gewinkelter Verbinder 25">
            <a:extLst>
              <a:ext uri="{FF2B5EF4-FFF2-40B4-BE49-F238E27FC236}">
                <a16:creationId xmlns:a16="http://schemas.microsoft.com/office/drawing/2014/main" id="{4BE74F3A-8A27-422F-A2C3-D422410E1C13}"/>
              </a:ext>
            </a:extLst>
          </p:cNvPr>
          <p:cNvCxnSpPr>
            <a:stCxn id="87" idx="0"/>
            <a:endCxn id="89" idx="2"/>
          </p:cNvCxnSpPr>
          <p:nvPr/>
        </p:nvCxnSpPr>
        <p:spPr>
          <a:xfrm rot="5400000" flipH="1" flipV="1">
            <a:off x="4737484" y="2658055"/>
            <a:ext cx="760392" cy="764466"/>
          </a:xfrm>
          <a:prstGeom prst="bentConnector3">
            <a:avLst/>
          </a:prstGeom>
          <a:ln>
            <a:solidFill>
              <a:schemeClr val="accent1"/>
            </a:solidFill>
            <a:headEnd type="arrow" w="lg" len="lg"/>
            <a:tailEnd type="arrow" w="lg" len="lg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79" name="Textfeld 78">
            <a:extLst>
              <a:ext uri="{FF2B5EF4-FFF2-40B4-BE49-F238E27FC236}">
                <a16:creationId xmlns:a16="http://schemas.microsoft.com/office/drawing/2014/main" id="{126E227E-B11D-453F-9998-BD03CF4FE3B4}"/>
              </a:ext>
            </a:extLst>
          </p:cNvPr>
          <p:cNvSpPr txBox="1"/>
          <p:nvPr/>
        </p:nvSpPr>
        <p:spPr>
          <a:xfrm>
            <a:off x="4947626" y="3074160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INCA COM API</a:t>
            </a: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B3678EB6-D2DA-4880-8EF6-496769298DF5}"/>
              </a:ext>
            </a:extLst>
          </p:cNvPr>
          <p:cNvSpPr/>
          <p:nvPr/>
        </p:nvSpPr>
        <p:spPr>
          <a:xfrm>
            <a:off x="5639236" y="3581465"/>
            <a:ext cx="346521" cy="4045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.mf4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7D6030F6-A690-4854-A910-C8BC198AA6E4}"/>
              </a:ext>
            </a:extLst>
          </p:cNvPr>
          <p:cNvCxnSpPr>
            <a:stCxn id="80" idx="3"/>
            <a:endCxn id="77" idx="1"/>
          </p:cNvCxnSpPr>
          <p:nvPr/>
        </p:nvCxnSpPr>
        <p:spPr>
          <a:xfrm flipV="1">
            <a:off x="5985756" y="3783099"/>
            <a:ext cx="633808" cy="656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8F93BFD3-7845-4767-84B0-A512E305D4EA}"/>
              </a:ext>
            </a:extLst>
          </p:cNvPr>
          <p:cNvCxnSpPr>
            <a:stCxn id="80" idx="1"/>
            <a:endCxn id="75" idx="3"/>
          </p:cNvCxnSpPr>
          <p:nvPr/>
        </p:nvCxnSpPr>
        <p:spPr>
          <a:xfrm flipH="1">
            <a:off x="5029272" y="3783755"/>
            <a:ext cx="609964" cy="1609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A763AB80-CEAE-453A-81E1-AD8F759FB73F}"/>
              </a:ext>
            </a:extLst>
          </p:cNvPr>
          <p:cNvCxnSpPr>
            <a:stCxn id="88" idx="2"/>
            <a:endCxn id="80" idx="0"/>
          </p:cNvCxnSpPr>
          <p:nvPr/>
        </p:nvCxnSpPr>
        <p:spPr>
          <a:xfrm>
            <a:off x="5808924" y="2641422"/>
            <a:ext cx="3572" cy="940043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99CCA429-EC20-41D4-9D0E-5323701C5B92}"/>
              </a:ext>
            </a:extLst>
          </p:cNvPr>
          <p:cNvCxnSpPr>
            <a:stCxn id="85" idx="2"/>
          </p:cNvCxnSpPr>
          <p:nvPr/>
        </p:nvCxnSpPr>
        <p:spPr>
          <a:xfrm>
            <a:off x="4113089" y="2323040"/>
            <a:ext cx="4845" cy="1091713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85" name="Rechteck 84">
            <a:extLst>
              <a:ext uri="{FF2B5EF4-FFF2-40B4-BE49-F238E27FC236}">
                <a16:creationId xmlns:a16="http://schemas.microsoft.com/office/drawing/2014/main" id="{39345B1C-2947-42D3-907C-99164894362D}"/>
              </a:ext>
            </a:extLst>
          </p:cNvPr>
          <p:cNvSpPr/>
          <p:nvPr/>
        </p:nvSpPr>
        <p:spPr>
          <a:xfrm>
            <a:off x="3939828" y="1918461"/>
            <a:ext cx="346521" cy="4045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.a2l</a:t>
            </a:r>
          </a:p>
        </p:txBody>
      </p: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B710F685-7DEE-44D8-8A79-86BFBF28954E}"/>
              </a:ext>
            </a:extLst>
          </p:cNvPr>
          <p:cNvCxnSpPr/>
          <p:nvPr/>
        </p:nvCxnSpPr>
        <p:spPr>
          <a:xfrm>
            <a:off x="5056740" y="4055724"/>
            <a:ext cx="1562824" cy="0"/>
          </a:xfrm>
          <a:prstGeom prst="straightConnector1">
            <a:avLst/>
          </a:prstGeom>
          <a:ln>
            <a:solidFill>
              <a:schemeClr val="accent1"/>
            </a:solidFill>
            <a:headEnd type="arrow" w="lg" len="lg"/>
            <a:tailEnd type="arrow" w="lg" len="lg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87" name="Rechteck 86">
            <a:extLst>
              <a:ext uri="{FF2B5EF4-FFF2-40B4-BE49-F238E27FC236}">
                <a16:creationId xmlns:a16="http://schemas.microsoft.com/office/drawing/2014/main" id="{A065033B-59DC-4672-912F-13A1963921C3}"/>
              </a:ext>
            </a:extLst>
          </p:cNvPr>
          <p:cNvSpPr/>
          <p:nvPr/>
        </p:nvSpPr>
        <p:spPr>
          <a:xfrm>
            <a:off x="4556070" y="3420484"/>
            <a:ext cx="358756" cy="1886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D38FC56B-90E7-4F2E-897B-B83BC01242C7}"/>
              </a:ext>
            </a:extLst>
          </p:cNvPr>
          <p:cNvSpPr/>
          <p:nvPr/>
        </p:nvSpPr>
        <p:spPr>
          <a:xfrm>
            <a:off x="5629546" y="2452776"/>
            <a:ext cx="358756" cy="1886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61F193EA-1E68-438F-807C-6CA75C65733C}"/>
              </a:ext>
            </a:extLst>
          </p:cNvPr>
          <p:cNvSpPr/>
          <p:nvPr/>
        </p:nvSpPr>
        <p:spPr>
          <a:xfrm>
            <a:off x="5320535" y="2471447"/>
            <a:ext cx="358756" cy="1886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E7E08F10-D318-4293-B98C-BAAFF24669EC}"/>
              </a:ext>
            </a:extLst>
          </p:cNvPr>
          <p:cNvCxnSpPr>
            <a:stCxn id="72" idx="3"/>
          </p:cNvCxnSpPr>
          <p:nvPr/>
        </p:nvCxnSpPr>
        <p:spPr>
          <a:xfrm flipV="1">
            <a:off x="4679651" y="2418671"/>
            <a:ext cx="594501" cy="9922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6052503B-168C-4546-AD99-E9E18A9049E6}"/>
              </a:ext>
            </a:extLst>
          </p:cNvPr>
          <p:cNvCxnSpPr>
            <a:stCxn id="85" idx="3"/>
          </p:cNvCxnSpPr>
          <p:nvPr/>
        </p:nvCxnSpPr>
        <p:spPr>
          <a:xfrm flipV="1">
            <a:off x="4286349" y="2118096"/>
            <a:ext cx="987804" cy="2655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rgbClr val="164293"/>
          </a:lnRef>
          <a:fillRef idx="0">
            <a:srgbClr val="164293"/>
          </a:fillRef>
          <a:effectRef idx="0">
            <a:srgbClr val="164293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D1D61CA7-0442-4827-A36D-7981C9D49381}"/>
              </a:ext>
            </a:extLst>
          </p:cNvPr>
          <p:cNvSpPr txBox="1"/>
          <p:nvPr/>
        </p:nvSpPr>
        <p:spPr>
          <a:xfrm>
            <a:off x="5487250" y="4114531"/>
            <a:ext cx="653053" cy="178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Tool Binding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19E4E9EE-2F36-4504-ABE3-7067EE296E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415" y="3245873"/>
            <a:ext cx="472650" cy="472650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DBE88C41-4E4E-4FC0-B488-E508A8DD554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243" y="1753486"/>
            <a:ext cx="472816" cy="472816"/>
          </a:xfrm>
          <a:prstGeom prst="rect">
            <a:avLst/>
          </a:prstGeom>
        </p:spPr>
      </p:pic>
      <p:pic>
        <p:nvPicPr>
          <p:cNvPr id="95" name="Grafik 94">
            <a:extLst>
              <a:ext uri="{FF2B5EF4-FFF2-40B4-BE49-F238E27FC236}">
                <a16:creationId xmlns:a16="http://schemas.microsoft.com/office/drawing/2014/main" id="{C6CC72F3-52BB-4227-9DDD-0B73F081530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445" y="3232216"/>
            <a:ext cx="469318" cy="469318"/>
          </a:xfrm>
          <a:prstGeom prst="rect">
            <a:avLst/>
          </a:prstGeom>
        </p:spPr>
      </p:pic>
      <p:sp>
        <p:nvSpPr>
          <p:cNvPr id="96" name="Textfeld 95">
            <a:extLst>
              <a:ext uri="{FF2B5EF4-FFF2-40B4-BE49-F238E27FC236}">
                <a16:creationId xmlns:a16="http://schemas.microsoft.com/office/drawing/2014/main" id="{0B473FF2-9B39-452A-B863-36E86FAC1F38}"/>
              </a:ext>
            </a:extLst>
          </p:cNvPr>
          <p:cNvSpPr txBox="1"/>
          <p:nvPr/>
        </p:nvSpPr>
        <p:spPr>
          <a:xfrm>
            <a:off x="4733349" y="1185621"/>
            <a:ext cx="2741374" cy="2684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de-DE"/>
            </a:defPPr>
            <a:lvl1pPr algn="ctr">
              <a:defRPr sz="1600" b="1"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Calibration</a:t>
            </a:r>
            <a:endParaRPr kumimoji="0" lang="de-DE" sz="16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7" name="Picture 6" descr="AUTOSAR embedded toolchain updated">
            <a:extLst>
              <a:ext uri="{FF2B5EF4-FFF2-40B4-BE49-F238E27FC236}">
                <a16:creationId xmlns:a16="http://schemas.microsoft.com/office/drawing/2014/main" id="{25F24340-BD6C-4245-8647-F75A9C434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85" b="98726" l="1500" r="98583">
                        <a14:foregroundMark x1="7417" y1="60987" x2="5333" y2="40127"/>
                        <a14:foregroundMark x1="15833" y1="81847" x2="13333" y2="76274"/>
                        <a14:foregroundMark x1="30083" y1="83439" x2="45667" y2="88217"/>
                        <a14:foregroundMark x1="84333" y1="22452" x2="81333" y2="20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335" y="3914521"/>
            <a:ext cx="341855" cy="1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Rechteck 98">
            <a:extLst>
              <a:ext uri="{FF2B5EF4-FFF2-40B4-BE49-F238E27FC236}">
                <a16:creationId xmlns:a16="http://schemas.microsoft.com/office/drawing/2014/main" id="{4122E72E-8B45-4C80-B92F-6AE48739378B}"/>
              </a:ext>
            </a:extLst>
          </p:cNvPr>
          <p:cNvSpPr/>
          <p:nvPr/>
        </p:nvSpPr>
        <p:spPr>
          <a:xfrm>
            <a:off x="3939828" y="1918461"/>
            <a:ext cx="346521" cy="4045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.a2l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D8650A5-9FF4-0BFF-D0CF-02FC7D1CB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4</a:t>
            </a:fld>
            <a:endParaRPr lang="en-US" sz="1800" noProof="1">
              <a:solidFill>
                <a:srgbClr val="16429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940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FCC1B6D-A440-4050-A97D-29D509D1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00" y="695790"/>
            <a:ext cx="9154800" cy="359345"/>
          </a:xfrm>
        </p:spPr>
        <p:txBody>
          <a:bodyPr lIns="0" tIns="0" rIns="0" bIns="0"/>
          <a:lstStyle/>
          <a:p>
            <a:r>
              <a:rPr lang="en-US" dirty="0"/>
              <a:t>EHB-NAV: Features related to AUTOSAR (Classic) support</a:t>
            </a:r>
          </a:p>
        </p:txBody>
      </p:sp>
      <p:sp>
        <p:nvSpPr>
          <p:cNvPr id="5" name="chapter_conv">
            <a:extLst>
              <a:ext uri="{FF2B5EF4-FFF2-40B4-BE49-F238E27FC236}">
                <a16:creationId xmlns:a16="http://schemas.microsoft.com/office/drawing/2014/main" id="{F2755597-5C59-46C2-AEFC-6C2BFB09D6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>
                <a:solidFill>
                  <a:schemeClr val="accent1"/>
                </a:solidFill>
              </a:rPr>
              <a:t>ETAS EHANDBOOK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CC672755-391F-4F3C-A687-25ABAE28E824}"/>
              </a:ext>
            </a:extLst>
          </p:cNvPr>
          <p:cNvSpPr txBox="1"/>
          <p:nvPr/>
        </p:nvSpPr>
        <p:spPr>
          <a:xfrm>
            <a:off x="6885085" y="1893388"/>
            <a:ext cx="338328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rgbClr val="000000"/>
                </a:solidFill>
              </a:rPr>
              <a:t>Benefits: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400" dirty="0">
                <a:solidFill>
                  <a:srgbClr val="000000"/>
                </a:solidFill>
              </a:rPr>
              <a:t>Quickly find </a:t>
            </a:r>
            <a:r>
              <a:rPr lang="de-DE" sz="1400" dirty="0" err="1">
                <a:solidFill>
                  <a:srgbClr val="000000"/>
                </a:solidFill>
              </a:rPr>
              <a:t>information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about</a:t>
            </a:r>
            <a:r>
              <a:rPr lang="de-DE" sz="1400" dirty="0">
                <a:solidFill>
                  <a:srgbClr val="000000"/>
                </a:solidFill>
              </a:rPr>
              <a:t> SWCs (e.g., </a:t>
            </a:r>
            <a:r>
              <a:rPr lang="de-DE" sz="1400" dirty="0" err="1">
                <a:solidFill>
                  <a:srgbClr val="000000"/>
                </a:solidFill>
              </a:rPr>
              <a:t>ports</a:t>
            </a:r>
            <a:r>
              <a:rPr lang="de-DE" sz="1400" dirty="0">
                <a:solidFill>
                  <a:srgbClr val="000000"/>
                </a:solidFill>
              </a:rPr>
              <a:t>, interface </a:t>
            </a:r>
            <a:r>
              <a:rPr lang="de-DE" sz="1400" dirty="0" err="1">
                <a:solidFill>
                  <a:srgbClr val="000000"/>
                </a:solidFill>
              </a:rPr>
              <a:t>elements</a:t>
            </a:r>
            <a:r>
              <a:rPr lang="de-DE" sz="1400" dirty="0">
                <a:solidFill>
                  <a:srgbClr val="000000"/>
                </a:solidFill>
              </a:rPr>
              <a:t>) and A2L </a:t>
            </a:r>
            <a:r>
              <a:rPr lang="de-DE" sz="1400" dirty="0" err="1">
                <a:solidFill>
                  <a:srgbClr val="000000"/>
                </a:solidFill>
              </a:rPr>
              <a:t>labels</a:t>
            </a:r>
            <a:endParaRPr lang="de-DE" sz="1400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>
                <a:solidFill>
                  <a:srgbClr val="000000"/>
                </a:solidFill>
              </a:rPr>
              <a:t>Understand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dependencies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between</a:t>
            </a:r>
            <a:r>
              <a:rPr lang="de-DE" sz="1400" dirty="0">
                <a:solidFill>
                  <a:srgbClr val="000000"/>
                </a:solidFill>
              </a:rPr>
              <a:t> SWCs </a:t>
            </a:r>
            <a:r>
              <a:rPr lang="de-DE" sz="1400" dirty="0" err="1">
                <a:solidFill>
                  <a:srgbClr val="000000"/>
                </a:solidFill>
              </a:rPr>
              <a:t>though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overview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diagrams</a:t>
            </a:r>
            <a:endParaRPr lang="de-DE" sz="1400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dirty="0">
                <a:solidFill>
                  <a:srgbClr val="000000"/>
                </a:solidFill>
              </a:rPr>
              <a:t>Create INCA </a:t>
            </a:r>
            <a:r>
              <a:rPr lang="de-DE" sz="1400" dirty="0" err="1">
                <a:solidFill>
                  <a:srgbClr val="000000"/>
                </a:solidFill>
              </a:rPr>
              <a:t>experiments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with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few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clicks</a:t>
            </a:r>
            <a:endParaRPr lang="de-DE" sz="1400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dirty="0">
                <a:solidFill>
                  <a:srgbClr val="000000"/>
                </a:solidFill>
              </a:rPr>
              <a:t>„See“ live </a:t>
            </a:r>
            <a:r>
              <a:rPr lang="de-DE" sz="1400" dirty="0" err="1">
                <a:solidFill>
                  <a:srgbClr val="000000"/>
                </a:solidFill>
              </a:rPr>
              <a:t>running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values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from</a:t>
            </a:r>
            <a:r>
              <a:rPr lang="de-DE" sz="1400" dirty="0">
                <a:solidFill>
                  <a:srgbClr val="000000"/>
                </a:solidFill>
              </a:rPr>
              <a:t> INCA in AUTOSAR </a:t>
            </a:r>
            <a:r>
              <a:rPr lang="de-DE" sz="1400" dirty="0" err="1">
                <a:solidFill>
                  <a:srgbClr val="000000"/>
                </a:solidFill>
              </a:rPr>
              <a:t>architecture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visualization</a:t>
            </a:r>
            <a:endParaRPr lang="de-DE" sz="1400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sz="1400" dirty="0" err="1">
                <a:solidFill>
                  <a:srgbClr val="000000"/>
                </a:solidFill>
              </a:rPr>
              <a:t>Utilize</a:t>
            </a:r>
            <a:r>
              <a:rPr lang="de-DE" sz="1400" dirty="0">
                <a:solidFill>
                  <a:srgbClr val="000000"/>
                </a:solidFill>
              </a:rPr>
              <a:t> EHB + MDA 8 </a:t>
            </a:r>
            <a:r>
              <a:rPr lang="de-DE" sz="1400" dirty="0" err="1">
                <a:solidFill>
                  <a:srgbClr val="000000"/>
                </a:solidFill>
              </a:rPr>
              <a:t>finding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calibration</a:t>
            </a:r>
            <a:r>
              <a:rPr lang="de-DE" sz="1400" dirty="0">
                <a:solidFill>
                  <a:srgbClr val="000000"/>
                </a:solidFill>
              </a:rPr>
              <a:t> </a:t>
            </a:r>
            <a:r>
              <a:rPr lang="de-DE" sz="1400" dirty="0" err="1">
                <a:solidFill>
                  <a:srgbClr val="000000"/>
                </a:solidFill>
              </a:rPr>
              <a:t>issues</a:t>
            </a:r>
            <a:endParaRPr lang="de-DE" sz="1400" dirty="0">
              <a:solidFill>
                <a:srgbClr val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AF3F618-7CB3-41CE-8DB2-AC2B8184C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68" y="1710091"/>
            <a:ext cx="6085781" cy="329184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37656CC1-AD7C-424C-AA9C-14C8BC5978D8}"/>
              </a:ext>
            </a:extLst>
          </p:cNvPr>
          <p:cNvSpPr/>
          <p:nvPr/>
        </p:nvSpPr>
        <p:spPr>
          <a:xfrm>
            <a:off x="9644729" y="162468"/>
            <a:ext cx="1087876" cy="7493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64293">
              <a:shade val="50000"/>
            </a:srgbClr>
          </a:lnRef>
          <a:fillRef idx="1">
            <a:srgbClr val="164293"/>
          </a:fillRef>
          <a:effectRef idx="0">
            <a:srgbClr val="16429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Demo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dirty="0">
                <a:solidFill>
                  <a:srgbClr val="FFFFFF"/>
                </a:solidFill>
                <a:latin typeface="Arial"/>
              </a:rPr>
              <a:t>EHB-NAV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E0BA91F-3FA6-8D29-B839-676AF558B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B66E2322-B8A1-4AF7-8DCD-0571136AC237}" type="slidenum">
              <a:rPr lang="en-US" noProof="1" smtClean="0">
                <a:solidFill>
                  <a:srgbClr val="164293"/>
                </a:solidFill>
              </a:rPr>
              <a:pPr defTabSz="914400">
                <a:defRPr/>
              </a:pPr>
              <a:t>5</a:t>
            </a:fld>
            <a:endParaRPr lang="en-US" sz="1800" noProof="1">
              <a:solidFill>
                <a:srgbClr val="16429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5621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tertitel 3">
            <a:extLst>
              <a:ext uri="{FF2B5EF4-FFF2-40B4-BE49-F238E27FC236}">
                <a16:creationId xmlns:a16="http://schemas.microsoft.com/office/drawing/2014/main" id="{24034608-AD52-9EF5-0630-415857F32903}"/>
              </a:ext>
            </a:extLst>
          </p:cNvPr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15CF8C-CB85-4A86-A38C-E62385538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0" tIns="0" rIns="0" bIns="0"/>
          <a:lstStyle/>
          <a:p>
            <a:r>
              <a:rPr lang="en-US">
                <a:solidFill>
                  <a:srgbClr val="FFFFFF"/>
                </a:solidFill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7367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COMPANYNAME" val="etas"/>
  <p:tag name="SAXMLTEMPLATE" val="presentation_169"/>
  <p:tag name="MLLANGUAGE" val="$sys_dokumentSprache$"/>
  <p:tag name="SAXCONVERSION" val="3"/>
  <p:tag name="MLTEMPLATEVERSION" val="2.2"/>
  <p:tag name="SAXCONVERTED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CONVERTED" val="2"/>
</p:tagLst>
</file>

<file path=ppt/theme/theme1.xml><?xml version="1.0" encoding="utf-8"?>
<a:theme xmlns:a="http://schemas.openxmlformats.org/drawingml/2006/main" name="ETAS">
  <a:themeElements>
    <a:clrScheme name="ETAS_2022">
      <a:dk1>
        <a:srgbClr val="000000"/>
      </a:dk1>
      <a:lt1>
        <a:srgbClr val="FFFFFF"/>
      </a:lt1>
      <a:dk2>
        <a:srgbClr val="164293"/>
      </a:dk2>
      <a:lt2>
        <a:srgbClr val="89037A"/>
      </a:lt2>
      <a:accent1>
        <a:srgbClr val="164293"/>
      </a:accent1>
      <a:accent2>
        <a:srgbClr val="89037A"/>
      </a:accent2>
      <a:accent3>
        <a:srgbClr val="38B1BA"/>
      </a:accent3>
      <a:accent4>
        <a:srgbClr val="007BC2"/>
      </a:accent4>
      <a:accent5>
        <a:srgbClr val="9373B1"/>
      </a:accent5>
      <a:accent6>
        <a:srgbClr val="70CBF3"/>
      </a:accent6>
      <a:hlink>
        <a:srgbClr val="164293"/>
      </a:hlink>
      <a:folHlink>
        <a:srgbClr val="70CBF3"/>
      </a:folHlink>
    </a:clrScheme>
    <a:fontScheme name="ETAS_202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AS Grau 100%">
      <a:srgbClr val="5A646E"/>
    </a:custClr>
    <a:custClr name="ETAS Grau 80%">
      <a:srgbClr val="7B838B"/>
    </a:custClr>
    <a:custClr name="ETAS Grau 60%">
      <a:srgbClr val="9CA2A8"/>
    </a:custClr>
    <a:custClr name="ETAS Grau 40%">
      <a:srgbClr val="BDC1C5"/>
    </a:custClr>
    <a:custClr name="ETAS Grau 20%">
      <a:srgbClr val="DEE0E2"/>
    </a:custClr>
    <a:custClr name="ETAS Rot 100%">
      <a:srgbClr val="E5004A"/>
    </a:custClr>
    <a:custClr name="ETAS Gelb 100%">
      <a:srgbClr val="FCCD22"/>
    </a:custClr>
    <a:custClr name="ETAS Gruen 100%">
      <a:srgbClr val="039D7C"/>
    </a:custClr>
  </a:custClrLst>
  <a:extLst>
    <a:ext uri="{05A4C25C-085E-4340-85A3-A5531E510DB2}">
      <thm15:themeFamily xmlns:thm15="http://schemas.microsoft.com/office/thememl/2012/main" name="template1.potx" id="{DDAFC261-1CA2-4A64-BB1E-AF9DB64379CD}" vid="{B9D34E2B-C1D2-40B2-8A83-73F111A640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</saxMLTemplate>
  <Variablen>
    <Variable>
      <Name>conf_etas_internal</Name>
      <OrgInhalt>Internal</OrgInhalt>
      <Wert>Internal</Wert>
      <Platzhalter>False</Platzhalter>
      <DocDatenDialog>True</DocDatenDialog>
      <Label>Notation of confidentiality</Label>
      <FrageVar>False</FrageVar>
      <Prefix/>
      <Suffix/>
      <WegfallVar/>
      <ComboBox>
        <Option>Internal</Option>
        <Option>Confidential</Option>
        <Option>Strictly confidential</Option>
        <Option/>
      </ComboBox>
      <MussFeld>False</MussFeld>
      <InDokument>True</InDokument>
      <Sektion>Footnote1</Sektion>
      <Reihenfolge/>
    </Variable>
    <Variable>
      <Name>conf_etas_internal_inv</Name>
      <OrgInhalt>Internal</OrgInhalt>
      <Wert>Internal</Wert>
      <Platzhalter>False</Platzhalter>
      <DocDatenDialog>False</DocDatenDialog>
      <Label>Notation of confidentiality</Label>
      <FrageVar>False</FrageVar>
      <Prefix/>
      <Suffix/>
      <WegfallVar/>
      <ComboBox>
        <Option>Internal</Option>
        <Option>Confidential</Option>
        <Option>Strictly confidential</Option>
        <Option/>
      </ComboBox>
      <MussFeld>False</MussFeld>
      <InDokument>True</InDokument>
      <Sektion>Footnote1inv</Sektion>
      <Reihenfolge/>
    </Variable>
    <Variable>
      <Name>departmentshort</Name>
      <OrgInhalt>ETAS-DEV/XPC-Fe1</OrgInhalt>
      <Wert>ETAS-DEV/XPC-Fe1</Wert>
      <Platzhalter>False</Platzhalter>
      <DocDatenDialog>True</DocDatenDialog>
      <Label>Authoring</Label>
      <FrageVar>False</FrageVar>
      <Prefix/>
      <Suffix/>
      <WegfallVar/>
      <MussFeld>False</MussFeld>
      <Trenner>
        <VariableVor>conf_etas_internal</VariableVor>
        <Zwischen> | </Zwischen>
        <VariableNach>departmentshort</VariableNach>
      </Trenner>
      <InDokument>True</InDokument>
      <Sektion>Footnote1</Sektion>
      <Reihenfolge/>
    </Variable>
    <Variable>
      <Name>departmentshort_inv</Name>
      <OrgInhalt>ETAS-DEV/XPC-Fe1</OrgInhalt>
      <Wert>ETAS-DEV/XPC-Fe1</Wert>
      <Platzhalter>False</Platzhalter>
      <DocDatenDialog>False</DocDatenDialog>
      <Label>Authoring</Label>
      <FrageVar>False</FrageVar>
      <Prefix/>
      <Suffix/>
      <WegfallVar/>
      <MussFeld>False</MussFeld>
      <Trenner>
        <VariableVor>conf_etas_internal</VariableVor>
        <Zwischen> | </Zwischen>
        <VariableNach>departmentshort</VariableNach>
      </Trenner>
      <InDokument>True</InDokument>
      <Sektion>Footnote1inv</Sektion>
      <Reihenfolge/>
    </Variable>
    <Variable>
      <Name>dateformat</Name>
      <OrgInhalt>28.06.2022</OrgInhalt>
      <Wert>28.06.2022</Wert>
      <Platzhalter>False</Platzhalter>
      <DocDatenDialog>True</DocDatenDialog>
      <Label>Date</Label>
      <FrageVar>False</FrageVar>
      <Prefix/>
      <Suffix/>
      <WegfallVar/>
      <MussFeld>False</MussFeld>
      <Trenner>
        <VariableVor>conf_etas_internal</VariableVor>
        <VariableVor>departmentshort</VariableVor>
        <Zwischen> | </Zwischen>
        <VariableNach>dateformat</VariableNach>
      </Trenner>
      <InDokument>True</InDokument>
      <Sektion>Footnote1</Sektion>
      <Reihenfolge/>
    </Variable>
    <Variable>
      <Name>dateformat_inv</Name>
      <OrgInhalt>28.06.2022</OrgInhalt>
      <Wert>28.06.2022</Wert>
      <Platzhalter>False</Platzhalter>
      <DocDatenDialog>False</DocDatenDialog>
      <Label>Date</Label>
      <FrageVar>False</FrageVar>
      <Prefix/>
      <Suffix/>
      <WegfallVar/>
      <MussFeld>False</MussFeld>
      <Trenner>
        <VariableVor>conf_etas_internal</VariableVor>
        <VariableVor>departmentshort</VariableVor>
        <Zwischen> | </Zwischen>
        <VariableNach>dateformat</VariableNach>
      </Trenner>
      <InDokument>True</InDokument>
      <Sektion>Footnote1inv</Sektion>
      <Reihenfolge/>
    </Variable>
    <Variable>
      <Name>copyright_etas</Name>
      <OrgInhalt>© 2025 ETAS GmbH. All rights reserved, also regarding any disposal, exploitation, reproduction, editing, distribution, as well as in the event of applications for industrial property rights.</OrgInhalt>
      <Wert>© 2025 ETAS GmbH. All rights reserved, also regarding any disposal, exploitation, reproduction, editing, distribution, as well as in the event of applications for industrial property rights.</Wert>
      <Platzhalter>False</Platzhalter>
      <DocDatenDialog>False</DocDatenDialog>
      <Label>Copyright</Label>
      <FrageVar>False</FrageVar>
      <Prefix/>
      <Suffix/>
      <WegfallVar/>
      <MussFeld>False</MussFeld>
      <InDokument>True</InDokument>
      <Sektion>Footnote2</Sektion>
      <Reihenfolge/>
    </Variable>
    <Variable>
      <Name>copyright_etas_inv</Name>
      <OrgInhalt>© 2025 ETAS GmbH. All rights reserved, also regarding any disposal, exploitation, reproduction, editing, distribution, as well as in the event of applications for industrial property rights.</OrgInhalt>
      <Wert>© 2025 ETAS GmbH. All rights reserved, also regarding any disposal, exploitation, reproduction, editing, distribution, as well as in the event of applications for industrial property rights.</Wert>
      <Platzhalter>False</Platzhalter>
      <DocDatenDialog>False</DocDatenDialog>
      <Label>Copyright</Label>
      <FrageVar>False</FrageVar>
      <Prefix/>
      <Suffix/>
      <WegfallVar/>
      <MussFeld>False</MussFeld>
      <InDokument>True</InDokument>
      <Sektion>Footnote2inv</Sektion>
      <Reihenfolge/>
    </Variable>
  </Variablen>
</saxML>
</file>

<file path=customXml/item2.xml><?xml version="1.0" encoding="utf-8"?>
<sax_Colors>
  <Line size="7">
    <Color val="5A646E"/>
    <Color val="7B838B"/>
    <Color val="9CA2A8"/>
    <Color val="BDC1C5"/>
    <Color val="DEE0E2"/>
  </Line>
  <Line size="7">
    <Color val="E5004A"/>
    <Color val="FCCD22"/>
    <Color val="039D7C"/>
  </Line>
</sax_Colors>
</file>

<file path=customXml/itemProps1.xml><?xml version="1.0" encoding="utf-8"?>
<ds:datastoreItem xmlns:ds="http://schemas.openxmlformats.org/officeDocument/2006/customXml" ds:itemID="{1EB95CFA-6F28-41F0-8F1F-2F0D4250A25A}">
  <ds:schemaRefs/>
</ds:datastoreItem>
</file>

<file path=customXml/itemProps2.xml><?xml version="1.0" encoding="utf-8"?>
<ds:datastoreItem xmlns:ds="http://schemas.openxmlformats.org/officeDocument/2006/customXml" ds:itemID="{89200DEA-2B27-4FE5-A4C2-CAE1DE30552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361</Words>
  <Application>Microsoft Office PowerPoint</Application>
  <PresentationFormat>Benutzerdefiniert</PresentationFormat>
  <Paragraphs>106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ETAS</vt:lpstr>
      <vt:lpstr>ETAS EHANDBOOK 10.1</vt:lpstr>
      <vt:lpstr>EHB-CB: New approach for generating EHB Containers from .arxml files only</vt:lpstr>
      <vt:lpstr>EHB-CB: New approach for generating EHB Containers from .arxml files only</vt:lpstr>
      <vt:lpstr>EHB-NAV: Features related to AUTOSAR (Classic) support</vt:lpstr>
      <vt:lpstr>EHB-NAV: Features related to AUTOSAR (Classic) support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ETAS EHANDBOOK</dc:title>
  <dc:creator>Frey Patrick (ETAS-DEV/XPC-Fe1)</dc:creator>
  <cp:lastModifiedBy>Frey Patrick (ETAS-ICA/XPC-Fe6)</cp:lastModifiedBy>
  <cp:revision>20</cp:revision>
  <dcterms:created xsi:type="dcterms:W3CDTF">2021-01-27T07:53:21Z</dcterms:created>
  <dcterms:modified xsi:type="dcterms:W3CDTF">2025-12-13T13:32:05Z</dcterms:modified>
</cp:coreProperties>
</file>