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53" d="100"/>
          <a:sy n="53" d="100"/>
        </p:scale>
        <p:origin x="642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89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9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95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994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629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766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73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437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95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67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09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6A25E-7DB3-4FDA-B7F3-185059A54E85}" type="datetimeFigureOut">
              <a:rPr lang="de-DE" smtClean="0"/>
              <a:t>10.02.2019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66338-4A9B-4A16-8B51-B36BEF3D5F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26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llipse 19"/>
          <p:cNvSpPr/>
          <p:nvPr/>
        </p:nvSpPr>
        <p:spPr>
          <a:xfrm>
            <a:off x="6272131" y="3178816"/>
            <a:ext cx="266236" cy="26288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>
            <a:spLocks noChangeAspect="1"/>
          </p:cNvSpPr>
          <p:nvPr/>
        </p:nvSpPr>
        <p:spPr>
          <a:xfrm>
            <a:off x="5791142" y="1963753"/>
            <a:ext cx="180000" cy="18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Gleichschenkliges Dreieck 6"/>
          <p:cNvSpPr>
            <a:spLocks noChangeAspect="1"/>
          </p:cNvSpPr>
          <p:nvPr/>
        </p:nvSpPr>
        <p:spPr>
          <a:xfrm rot="5400000">
            <a:off x="5776742" y="1582761"/>
            <a:ext cx="208800" cy="180000"/>
          </a:xfrm>
          <a:prstGeom prst="triangl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/>
          <p:cNvSpPr>
            <a:spLocks noChangeAspect="1"/>
          </p:cNvSpPr>
          <p:nvPr/>
        </p:nvSpPr>
        <p:spPr>
          <a:xfrm>
            <a:off x="5791142" y="2310787"/>
            <a:ext cx="180000" cy="18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5881691" y="2257425"/>
            <a:ext cx="130423" cy="27146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Gleichschenkliges Dreieck 10"/>
          <p:cNvSpPr>
            <a:spLocks noChangeAspect="1"/>
          </p:cNvSpPr>
          <p:nvPr/>
        </p:nvSpPr>
        <p:spPr>
          <a:xfrm>
            <a:off x="6433967" y="1578747"/>
            <a:ext cx="208800" cy="180000"/>
          </a:xfrm>
          <a:prstGeom prst="triangl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Gleichschenkliges Dreieck 11"/>
          <p:cNvSpPr>
            <a:spLocks noChangeAspect="1"/>
          </p:cNvSpPr>
          <p:nvPr/>
        </p:nvSpPr>
        <p:spPr>
          <a:xfrm rot="10800000">
            <a:off x="6791155" y="1578747"/>
            <a:ext cx="208800" cy="180000"/>
          </a:xfrm>
          <a:prstGeom prst="triangle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6433967" y="2053753"/>
            <a:ext cx="157333" cy="18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15" name="Rechteck 14"/>
          <p:cNvSpPr/>
          <p:nvPr/>
        </p:nvSpPr>
        <p:spPr>
          <a:xfrm>
            <a:off x="6577555" y="2017962"/>
            <a:ext cx="130423" cy="27146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unten 13"/>
          <p:cNvSpPr/>
          <p:nvPr/>
        </p:nvSpPr>
        <p:spPr>
          <a:xfrm rot="16200000">
            <a:off x="6494471" y="2059188"/>
            <a:ext cx="171450" cy="169955"/>
          </a:xfrm>
          <a:prstGeom prst="downArrow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6512633" y="2434278"/>
            <a:ext cx="157333" cy="18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/>
          </a:p>
        </p:txBody>
      </p:sp>
      <p:sp>
        <p:nvSpPr>
          <p:cNvPr id="17" name="Rechteck 16"/>
          <p:cNvSpPr/>
          <p:nvPr/>
        </p:nvSpPr>
        <p:spPr>
          <a:xfrm>
            <a:off x="6409269" y="2384271"/>
            <a:ext cx="130423" cy="27146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feil nach unten 17"/>
          <p:cNvSpPr/>
          <p:nvPr/>
        </p:nvSpPr>
        <p:spPr>
          <a:xfrm rot="16200000">
            <a:off x="6433220" y="2440690"/>
            <a:ext cx="171450" cy="169955"/>
          </a:xfrm>
          <a:prstGeom prst="downArrow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Freihandform 32"/>
          <p:cNvSpPr/>
          <p:nvPr/>
        </p:nvSpPr>
        <p:spPr>
          <a:xfrm>
            <a:off x="6338888" y="3193102"/>
            <a:ext cx="198926" cy="159697"/>
          </a:xfrm>
          <a:custGeom>
            <a:avLst/>
            <a:gdLst>
              <a:gd name="connsiteX0" fmla="*/ 0 w 195262"/>
              <a:gd name="connsiteY0" fmla="*/ 107156 h 169069"/>
              <a:gd name="connsiteX1" fmla="*/ 61912 w 195262"/>
              <a:gd name="connsiteY1" fmla="*/ 169069 h 169069"/>
              <a:gd name="connsiteX2" fmla="*/ 195262 w 195262"/>
              <a:gd name="connsiteY2" fmla="*/ 0 h 169069"/>
              <a:gd name="connsiteX3" fmla="*/ 195262 w 195262"/>
              <a:gd name="connsiteY3" fmla="*/ 0 h 16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" h="169069">
                <a:moveTo>
                  <a:pt x="0" y="107156"/>
                </a:moveTo>
                <a:lnTo>
                  <a:pt x="61912" y="169069"/>
                </a:lnTo>
                <a:lnTo>
                  <a:pt x="195262" y="0"/>
                </a:lnTo>
                <a:lnTo>
                  <a:pt x="195262" y="0"/>
                </a:lnTo>
              </a:path>
            </a:pathLst>
          </a:custGeom>
          <a:noFill/>
          <a:ln w="984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Freihandform 33"/>
          <p:cNvSpPr/>
          <p:nvPr/>
        </p:nvSpPr>
        <p:spPr>
          <a:xfrm>
            <a:off x="6341266" y="3190719"/>
            <a:ext cx="198926" cy="159697"/>
          </a:xfrm>
          <a:custGeom>
            <a:avLst/>
            <a:gdLst>
              <a:gd name="connsiteX0" fmla="*/ 0 w 195262"/>
              <a:gd name="connsiteY0" fmla="*/ 107156 h 169069"/>
              <a:gd name="connsiteX1" fmla="*/ 61912 w 195262"/>
              <a:gd name="connsiteY1" fmla="*/ 169069 h 169069"/>
              <a:gd name="connsiteX2" fmla="*/ 195262 w 195262"/>
              <a:gd name="connsiteY2" fmla="*/ 0 h 169069"/>
              <a:gd name="connsiteX3" fmla="*/ 195262 w 195262"/>
              <a:gd name="connsiteY3" fmla="*/ 0 h 16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262" h="169069">
                <a:moveTo>
                  <a:pt x="0" y="107156"/>
                </a:moveTo>
                <a:lnTo>
                  <a:pt x="61912" y="169069"/>
                </a:lnTo>
                <a:lnTo>
                  <a:pt x="195262" y="0"/>
                </a:lnTo>
                <a:lnTo>
                  <a:pt x="195262" y="0"/>
                </a:ln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Ellipse 34"/>
          <p:cNvSpPr/>
          <p:nvPr/>
        </p:nvSpPr>
        <p:spPr>
          <a:xfrm>
            <a:off x="6293082" y="3780628"/>
            <a:ext cx="266236" cy="26288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7" name="Gerade Verbindung mit Pfeil 36"/>
          <p:cNvCxnSpPr>
            <a:endCxn id="35" idx="0"/>
          </p:cNvCxnSpPr>
          <p:nvPr/>
        </p:nvCxnSpPr>
        <p:spPr>
          <a:xfrm flipV="1">
            <a:off x="6426200" y="3780628"/>
            <a:ext cx="0" cy="13144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>
            <a:endCxn id="35" idx="6"/>
          </p:cNvCxnSpPr>
          <p:nvPr/>
        </p:nvCxnSpPr>
        <p:spPr>
          <a:xfrm>
            <a:off x="6426200" y="3912070"/>
            <a:ext cx="13311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39"/>
          <p:cNvSpPr/>
          <p:nvPr/>
        </p:nvSpPr>
        <p:spPr>
          <a:xfrm>
            <a:off x="6406345" y="3891591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Gewitterblitz 40"/>
          <p:cNvSpPr/>
          <p:nvPr/>
        </p:nvSpPr>
        <p:spPr>
          <a:xfrm>
            <a:off x="6702189" y="3742523"/>
            <a:ext cx="297766" cy="274320"/>
          </a:xfrm>
          <a:prstGeom prst="lightningBolt">
            <a:avLst/>
          </a:prstGeom>
          <a:solidFill>
            <a:schemeClr val="tx1"/>
          </a:solidFill>
          <a:ln w="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Ellipse 41"/>
          <p:cNvSpPr/>
          <p:nvPr/>
        </p:nvSpPr>
        <p:spPr>
          <a:xfrm>
            <a:off x="6273680" y="4188282"/>
            <a:ext cx="266236" cy="26288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Gleichschenkliges Dreieck 45"/>
          <p:cNvSpPr/>
          <p:nvPr/>
        </p:nvSpPr>
        <p:spPr>
          <a:xfrm rot="5400000">
            <a:off x="6348584" y="4251619"/>
            <a:ext cx="157061" cy="136207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Ellipse 46"/>
          <p:cNvSpPr/>
          <p:nvPr/>
        </p:nvSpPr>
        <p:spPr>
          <a:xfrm>
            <a:off x="6813193" y="4183520"/>
            <a:ext cx="266236" cy="26288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/>
          <p:cNvSpPr/>
          <p:nvPr/>
        </p:nvSpPr>
        <p:spPr>
          <a:xfrm>
            <a:off x="6879431" y="4243574"/>
            <a:ext cx="136800" cy="136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Bildergebnis fÃ¼r shuffl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42" y="4158071"/>
            <a:ext cx="371201" cy="37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52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Frey Patrick (ETAS-PGA/PRM-M1)</dc:creator>
  <cp:lastModifiedBy>Frey Patrick (ETAS-PGA/PRM-M1)</cp:lastModifiedBy>
  <cp:revision>9</cp:revision>
  <dcterms:created xsi:type="dcterms:W3CDTF">2019-02-10T11:48:00Z</dcterms:created>
  <dcterms:modified xsi:type="dcterms:W3CDTF">2019-02-11T06:47:22Z</dcterms:modified>
</cp:coreProperties>
</file>