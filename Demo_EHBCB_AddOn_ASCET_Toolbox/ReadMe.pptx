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9C64-5A8D-FBFE-31A7-16A07944B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B9AEB-8DE3-673A-048B-7ADBEB75A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E16FE-3426-B344-9101-1A7A4F81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076AA-8519-A341-A7E2-42D016A9D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77A99-AEC9-92A0-2CF4-282CF861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7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72BE4-7A72-A401-992D-F6BD966AF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E4CB2-8462-1ABC-69DB-953ABABB7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FB1A6-F53F-B553-4E01-67C29BC2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38ABA-0E9A-2CF9-E5D1-F41B1834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A77F3-B5F9-830D-64A2-F05FA808C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35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AC07B-132D-8035-CEB3-0256C05C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16E31-B5DD-693B-FDBE-F06E0D7F2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DA5B8-5939-AF3E-9A15-D0DB2D852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EDC7-079D-F346-D094-43C235B7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09A9A-0B73-436E-295B-2E56C9A2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1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2E59-C9DA-554C-05B8-21DBF766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32CF-CFB7-3D7C-67D6-8C5B88347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2BE65-C267-8C0B-313E-CD7F3FD9B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B3916-6F99-FEA3-7F17-1B2645047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47315-AF64-B465-16D6-6CFE49AF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89A8B-8A04-EE87-E31A-3B82F244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1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C84F-F839-5D98-E635-9D9B0AF0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7C397-5825-E6BB-EBA6-D3E7EEDEB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9953D-907B-3669-9E73-9C83EA71D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232B3-1E3F-8CD2-8D0E-EB6B74AEB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77BFA4-2088-6FE7-E3E2-F8B1D913EC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3583E-B0B7-9612-74C5-2215C8BA2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66F7F-2224-85AB-02C7-F2FCF733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1BE270-8CC5-F8DA-6728-9C06BBA9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4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84D1A-273D-7810-BFC5-964EE399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4D6B96-1AA2-F154-6C44-318EB400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44AFE-353B-65E1-6B37-BB7E1DB5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992BD-23EA-8397-7806-C0FA4C11A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6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870E92-9E80-CCA3-6C43-11657020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FF9CE5-E45E-A9A5-2FFE-C6DADDB8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42362-8485-2ABA-8E6F-D63B9EC9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4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DB09-F81E-323E-036E-0468E13C5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9B636-22B6-E634-6293-3B9193390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8BE40-E36D-FECA-F7C7-EA6C499DD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CD1AC-8CBF-E779-066A-3BF36660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9687E-3E17-1DBF-8354-C8BF30B5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3CB37-76AD-CD92-C6EA-7E23D09E9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765-4638-0312-E71D-866B89B3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2EB0B-2DF4-170D-F359-6A11A9CDE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5E151-7913-748A-D29F-581DBA76C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B95A7-C9B4-0B9C-AF12-3FE3F98A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F1E02-106E-FE23-00F7-CF243672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0577-6163-1E83-ED33-B25EAC05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9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3BB6-4AAD-BCA4-7347-C30E2041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2256A-FC2C-A95D-D957-1E72F6A9F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AD992-A127-E924-4C75-95F56F83D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80F7A-CC0A-B1F9-63F3-73C9F9AE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8EC7-DEA4-59D0-BB8A-875829EF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0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18EA1-C98A-BD65-D482-FF4FBAF67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B08C1-F979-3511-003B-EFABFE8F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7AD88-FA9C-9419-EB05-8D35ECC3B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10212-B760-E35B-4BB5-4324A0A9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0E870-434B-BC4C-A4DA-AD96EDA2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86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30DAA3-C546-84F6-1080-B71150B4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A444A-4339-E420-E16D-8A71912EE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D4591-402E-5A10-0399-D74236F24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EF287-7D89-49C4-9432-55AD5E30DB6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0937B-1564-CCBB-735B-2C6FFDEF8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31E97-F935-1BC9-43CF-E999F92F1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1AD23-ACAA-4EC7-B08E-1803671EC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8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F2EB38C-2BDF-52BA-71CE-9AEDF91723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714"/>
          <a:stretch/>
        </p:blipFill>
        <p:spPr>
          <a:xfrm>
            <a:off x="489294" y="965634"/>
            <a:ext cx="7652763" cy="2295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1B8214-78AF-C3E4-88C9-6C36D91C50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148"/>
          <a:stretch/>
        </p:blipFill>
        <p:spPr>
          <a:xfrm>
            <a:off x="489294" y="4115125"/>
            <a:ext cx="5863798" cy="2445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4058DF-0BE4-74D0-2C36-3F0D51A8992D}"/>
              </a:ext>
            </a:extLst>
          </p:cNvPr>
          <p:cNvSpPr txBox="1"/>
          <p:nvPr/>
        </p:nvSpPr>
        <p:spPr>
          <a:xfrm>
            <a:off x="286247" y="297531"/>
            <a:ext cx="7561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 : Import the AXL file shared in the location. (</a:t>
            </a:r>
            <a:r>
              <a:rPr lang="en-US" dirty="0" err="1"/>
              <a:t>TestInput.axl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3FD7DE-6EB9-7901-3B3F-6AE5CB64D71A}"/>
              </a:ext>
            </a:extLst>
          </p:cNvPr>
          <p:cNvSpPr txBox="1"/>
          <p:nvPr/>
        </p:nvSpPr>
        <p:spPr>
          <a:xfrm>
            <a:off x="256279" y="3503654"/>
            <a:ext cx="1177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 : Choose the project to be processed and navigate to Tools, ETAS EHANDBOOK and choose Generate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98910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976FA7-A5C2-47F1-BBBA-01A7540E0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38" y="936516"/>
            <a:ext cx="8536947" cy="49849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CEC7EA-7AB0-0819-4A62-0178195E3086}"/>
              </a:ext>
            </a:extLst>
          </p:cNvPr>
          <p:cNvSpPr txBox="1"/>
          <p:nvPr/>
        </p:nvSpPr>
        <p:spPr>
          <a:xfrm>
            <a:off x="280133" y="410597"/>
            <a:ext cx="1177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 : A window pops up with details to be entered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931360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0EF8A3-F74B-875E-7188-69B90C927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70" y="918338"/>
            <a:ext cx="6860046" cy="35900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DDAD04-3022-B4D9-6A78-5F327CC09765}"/>
              </a:ext>
            </a:extLst>
          </p:cNvPr>
          <p:cNvSpPr txBox="1"/>
          <p:nvPr/>
        </p:nvSpPr>
        <p:spPr>
          <a:xfrm>
            <a:off x="280133" y="410597"/>
            <a:ext cx="1177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4 : Hit Generate after filling all details.</a:t>
            </a:r>
          </a:p>
        </p:txBody>
      </p:sp>
    </p:spTree>
    <p:extLst>
      <p:ext uri="{BB962C8B-B14F-4D97-AF65-F5344CB8AC3E}">
        <p14:creationId xmlns:p14="http://schemas.microsoft.com/office/powerpoint/2010/main" val="1817731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DD70C-806D-1C6F-1DA6-088EF74BF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36" b="31639"/>
          <a:stretch/>
        </p:blipFill>
        <p:spPr>
          <a:xfrm>
            <a:off x="368263" y="1017767"/>
            <a:ext cx="5998729" cy="2596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45BE82-1561-6FFF-1B59-B2F163030E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537"/>
          <a:stretch/>
        </p:blipFill>
        <p:spPr>
          <a:xfrm>
            <a:off x="3518054" y="2721334"/>
            <a:ext cx="7233538" cy="34329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048C7D-0A9A-86F2-A454-2EA912DAE3F2}"/>
              </a:ext>
            </a:extLst>
          </p:cNvPr>
          <p:cNvSpPr txBox="1"/>
          <p:nvPr/>
        </p:nvSpPr>
        <p:spPr>
          <a:xfrm>
            <a:off x="280133" y="410597"/>
            <a:ext cx="1177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5 : The progress bar is shown on the screen and after container is generated you will see the following pop up.</a:t>
            </a:r>
          </a:p>
        </p:txBody>
      </p:sp>
    </p:spTree>
    <p:extLst>
      <p:ext uri="{BB962C8B-B14F-4D97-AF65-F5344CB8AC3E}">
        <p14:creationId xmlns:p14="http://schemas.microsoft.com/office/powerpoint/2010/main" val="1453514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B5898F-B7DF-127D-5725-4A161A33F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37" y="1016903"/>
            <a:ext cx="9053921" cy="57306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D3344F-B825-586D-FF4F-A7B3227C1657}"/>
              </a:ext>
            </a:extLst>
          </p:cNvPr>
          <p:cNvSpPr txBox="1"/>
          <p:nvPr/>
        </p:nvSpPr>
        <p:spPr>
          <a:xfrm>
            <a:off x="280133" y="410597"/>
            <a:ext cx="1177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6 : View the container in the navigator.</a:t>
            </a:r>
          </a:p>
        </p:txBody>
      </p:sp>
    </p:spTree>
    <p:extLst>
      <p:ext uri="{BB962C8B-B14F-4D97-AF65-F5344CB8AC3E}">
        <p14:creationId xmlns:p14="http://schemas.microsoft.com/office/powerpoint/2010/main" val="1931807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7C4D76-64AC-FFF0-16D5-263C4338B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46" y="1249472"/>
            <a:ext cx="8721304" cy="52712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071422-4D76-6726-37F0-367A302D3350}"/>
              </a:ext>
            </a:extLst>
          </p:cNvPr>
          <p:cNvSpPr txBox="1"/>
          <p:nvPr/>
        </p:nvSpPr>
        <p:spPr>
          <a:xfrm>
            <a:off x="280133" y="410597"/>
            <a:ext cx="11774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Important : Modules which are referred in the Project are only processed by EHANDBOOK and hence creates new FC entries for these modules. In this example, Module_3 is not referred inside the project and so does not appear in the container.</a:t>
            </a:r>
          </a:p>
        </p:txBody>
      </p:sp>
    </p:spTree>
    <p:extLst>
      <p:ext uri="{BB962C8B-B14F-4D97-AF65-F5344CB8AC3E}">
        <p14:creationId xmlns:p14="http://schemas.microsoft.com/office/powerpoint/2010/main" val="95127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144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Robert Bosch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Sanjay Kumar Bangalore Nasappa (MS/EDV-ETAS)</dc:creator>
  <cp:lastModifiedBy>Sanjay Kumar Bangalore Nasappa (MS/EDV-ETAS)</cp:lastModifiedBy>
  <cp:revision>1</cp:revision>
  <dcterms:created xsi:type="dcterms:W3CDTF">2024-05-28T05:10:08Z</dcterms:created>
  <dcterms:modified xsi:type="dcterms:W3CDTF">2024-05-28T05:37:38Z</dcterms:modified>
</cp:coreProperties>
</file>